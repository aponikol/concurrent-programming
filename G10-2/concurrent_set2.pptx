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69" r:id="rId5"/>
    <p:sldId id="258" r:id="rId6"/>
    <p:sldId id="265" r:id="rId7"/>
    <p:sldId id="264" r:id="rId8"/>
    <p:sldId id="259" r:id="rId9"/>
    <p:sldId id="266" r:id="rId10"/>
    <p:sldId id="267" r:id="rId11"/>
    <p:sldId id="270" r:id="rId12"/>
    <p:sldId id="260" r:id="rId13"/>
    <p:sldId id="262" r:id="rId14"/>
    <p:sldId id="261" r:id="rId15"/>
    <p:sldId id="263" r:id="rId1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CC661-60B5-5355-62C1-8E0FD39EA4A2}" v="6220" dt="2024-11-08T22:10:06.341"/>
    <p1510:client id="{34DC110D-3982-57FA-7CF7-99719F0864E6}" v="812" dt="2024-11-09T21:52:40.930"/>
    <p1510:client id="{47CDDBE4-0E71-CC2F-B091-136A7CE80B86}" v="165" dt="2024-11-09T20:37:01.623"/>
    <p1510:client id="{91D12A99-389F-FA4F-8A73-2BABF67C0645}" v="2849" dt="2024-11-09T21:53:42.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NTAKIS CHRISTOS" userId="S::cmountakis@o365.uth.gr::6d5f53c4-a869-4e1d-8870-d363b4bade81" providerId="AD" clId="Web-{47CDDBE4-0E71-CC2F-B091-136A7CE80B86}"/>
    <pc:docChg chg="modSld">
      <pc:chgData name="MOUNTAKIS CHRISTOS" userId="S::cmountakis@o365.uth.gr::6d5f53c4-a869-4e1d-8870-d363b4bade81" providerId="AD" clId="Web-{47CDDBE4-0E71-CC2F-B091-136A7CE80B86}" dt="2024-11-09T20:37:01.623" v="86" actId="20577"/>
      <pc:docMkLst>
        <pc:docMk/>
      </pc:docMkLst>
      <pc:sldChg chg="modSp">
        <pc:chgData name="MOUNTAKIS CHRISTOS" userId="S::cmountakis@o365.uth.gr::6d5f53c4-a869-4e1d-8870-d363b4bade81" providerId="AD" clId="Web-{47CDDBE4-0E71-CC2F-B091-136A7CE80B86}" dt="2024-11-09T20:31:31.843" v="69" actId="20577"/>
        <pc:sldMkLst>
          <pc:docMk/>
          <pc:sldMk cId="338124645" sldId="258"/>
        </pc:sldMkLst>
        <pc:spChg chg="mod">
          <ac:chgData name="MOUNTAKIS CHRISTOS" userId="S::cmountakis@o365.uth.gr::6d5f53c4-a869-4e1d-8870-d363b4bade81" providerId="AD" clId="Web-{47CDDBE4-0E71-CC2F-B091-136A7CE80B86}" dt="2024-11-09T20:31:31.843" v="69" actId="20577"/>
          <ac:spMkLst>
            <pc:docMk/>
            <pc:sldMk cId="338124645" sldId="258"/>
            <ac:spMk id="8" creationId="{972D2C80-89D3-51DB-00EA-6EF67C016C96}"/>
          </ac:spMkLst>
        </pc:spChg>
      </pc:sldChg>
      <pc:sldChg chg="modSp">
        <pc:chgData name="MOUNTAKIS CHRISTOS" userId="S::cmountakis@o365.uth.gr::6d5f53c4-a869-4e1d-8870-d363b4bade81" providerId="AD" clId="Web-{47CDDBE4-0E71-CC2F-B091-136A7CE80B86}" dt="2024-11-09T20:35:27.900" v="81" actId="20577"/>
        <pc:sldMkLst>
          <pc:docMk/>
          <pc:sldMk cId="921622870" sldId="261"/>
        </pc:sldMkLst>
        <pc:spChg chg="mod">
          <ac:chgData name="MOUNTAKIS CHRISTOS" userId="S::cmountakis@o365.uth.gr::6d5f53c4-a869-4e1d-8870-d363b4bade81" providerId="AD" clId="Web-{47CDDBE4-0E71-CC2F-B091-136A7CE80B86}" dt="2024-11-09T20:35:27.900" v="81" actId="20577"/>
          <ac:spMkLst>
            <pc:docMk/>
            <pc:sldMk cId="921622870" sldId="261"/>
            <ac:spMk id="5" creationId="{D15A4672-949A-446B-BD70-F25CDC5CBA78}"/>
          </ac:spMkLst>
        </pc:spChg>
      </pc:sldChg>
      <pc:sldChg chg="modSp">
        <pc:chgData name="MOUNTAKIS CHRISTOS" userId="S::cmountakis@o365.uth.gr::6d5f53c4-a869-4e1d-8870-d363b4bade81" providerId="AD" clId="Web-{47CDDBE4-0E71-CC2F-B091-136A7CE80B86}" dt="2024-11-09T20:37:01.623" v="86" actId="20577"/>
        <pc:sldMkLst>
          <pc:docMk/>
          <pc:sldMk cId="2661089403" sldId="263"/>
        </pc:sldMkLst>
        <pc:spChg chg="mod">
          <ac:chgData name="MOUNTAKIS CHRISTOS" userId="S::cmountakis@o365.uth.gr::6d5f53c4-a869-4e1d-8870-d363b4bade81" providerId="AD" clId="Web-{47CDDBE4-0E71-CC2F-B091-136A7CE80B86}" dt="2024-11-09T20:37:01.623" v="86" actId="20577"/>
          <ac:spMkLst>
            <pc:docMk/>
            <pc:sldMk cId="2661089403" sldId="263"/>
            <ac:spMk id="6" creationId="{D5F1F913-D071-8B36-661F-A73ECB9C8807}"/>
          </ac:spMkLst>
        </pc:spChg>
      </pc:sldChg>
      <pc:sldChg chg="modSp">
        <pc:chgData name="MOUNTAKIS CHRISTOS" userId="S::cmountakis@o365.uth.gr::6d5f53c4-a869-4e1d-8870-d363b4bade81" providerId="AD" clId="Web-{47CDDBE4-0E71-CC2F-B091-136A7CE80B86}" dt="2024-11-09T20:32:10.048" v="73" actId="14100"/>
        <pc:sldMkLst>
          <pc:docMk/>
          <pc:sldMk cId="1806682601" sldId="264"/>
        </pc:sldMkLst>
        <pc:picChg chg="mod">
          <ac:chgData name="MOUNTAKIS CHRISTOS" userId="S::cmountakis@o365.uth.gr::6d5f53c4-a869-4e1d-8870-d363b4bade81" providerId="AD" clId="Web-{47CDDBE4-0E71-CC2F-B091-136A7CE80B86}" dt="2024-11-09T20:32:10.048" v="73" actId="14100"/>
          <ac:picMkLst>
            <pc:docMk/>
            <pc:sldMk cId="1806682601" sldId="264"/>
            <ac:picMk id="5" creationId="{97C636E3-6372-14B6-FDD3-4087CE2247B4}"/>
          </ac:picMkLst>
        </pc:picChg>
      </pc:sldChg>
      <pc:sldChg chg="modSp">
        <pc:chgData name="MOUNTAKIS CHRISTOS" userId="S::cmountakis@o365.uth.gr::6d5f53c4-a869-4e1d-8870-d363b4bade81" providerId="AD" clId="Web-{47CDDBE4-0E71-CC2F-B091-136A7CE80B86}" dt="2024-11-09T20:30:58.857" v="62" actId="20577"/>
        <pc:sldMkLst>
          <pc:docMk/>
          <pc:sldMk cId="3413725171" sldId="265"/>
        </pc:sldMkLst>
        <pc:spChg chg="mod">
          <ac:chgData name="MOUNTAKIS CHRISTOS" userId="S::cmountakis@o365.uth.gr::6d5f53c4-a869-4e1d-8870-d363b4bade81" providerId="AD" clId="Web-{47CDDBE4-0E71-CC2F-B091-136A7CE80B86}" dt="2024-11-09T20:30:58.857" v="62" actId="20577"/>
          <ac:spMkLst>
            <pc:docMk/>
            <pc:sldMk cId="3413725171" sldId="265"/>
            <ac:spMk id="5" creationId="{33A4EF01-A8BB-E3F3-6B9C-178FFC453B18}"/>
          </ac:spMkLst>
        </pc:spChg>
      </pc:sldChg>
    </pc:docChg>
  </pc:docChgLst>
  <pc:docChgLst>
    <pc:chgData name="NIKOLAIDIS APOSTOLOS" userId="S::apnikolaidis@o365.uth.gr::e69ac7a8-54a0-4881-b0e5-b276e699a77d" providerId="AD" clId="Web-{32DCC661-60B5-5355-62C1-8E0FD39EA4A2}"/>
    <pc:docChg chg="addSld modSld">
      <pc:chgData name="NIKOLAIDIS APOSTOLOS" userId="S::apnikolaidis@o365.uth.gr::e69ac7a8-54a0-4881-b0e5-b276e699a77d" providerId="AD" clId="Web-{32DCC661-60B5-5355-62C1-8E0FD39EA4A2}" dt="2024-11-08T22:10:06.341" v="3401" actId="20577"/>
      <pc:docMkLst>
        <pc:docMk/>
      </pc:docMkLst>
      <pc:sldChg chg="modSp">
        <pc:chgData name="NIKOLAIDIS APOSTOLOS" userId="S::apnikolaidis@o365.uth.gr::e69ac7a8-54a0-4881-b0e5-b276e699a77d" providerId="AD" clId="Web-{32DCC661-60B5-5355-62C1-8E0FD39EA4A2}" dt="2024-11-08T18:39:02.115" v="89" actId="20577"/>
        <pc:sldMkLst>
          <pc:docMk/>
          <pc:sldMk cId="2325122232" sldId="256"/>
        </pc:sldMkLst>
        <pc:spChg chg="mod">
          <ac:chgData name="NIKOLAIDIS APOSTOLOS" userId="S::apnikolaidis@o365.uth.gr::e69ac7a8-54a0-4881-b0e5-b276e699a77d" providerId="AD" clId="Web-{32DCC661-60B5-5355-62C1-8E0FD39EA4A2}" dt="2024-11-08T18:39:02.115" v="89" actId="20577"/>
          <ac:spMkLst>
            <pc:docMk/>
            <pc:sldMk cId="2325122232" sldId="256"/>
            <ac:spMk id="2" creationId="{00000000-0000-0000-0000-000000000000}"/>
          </ac:spMkLst>
        </pc:spChg>
        <pc:spChg chg="mod">
          <ac:chgData name="NIKOLAIDIS APOSTOLOS" userId="S::apnikolaidis@o365.uth.gr::e69ac7a8-54a0-4881-b0e5-b276e699a77d" providerId="AD" clId="Web-{32DCC661-60B5-5355-62C1-8E0FD39EA4A2}" dt="2024-11-08T18:38:20.473" v="57" actId="14100"/>
          <ac:spMkLst>
            <pc:docMk/>
            <pc:sldMk cId="2325122232" sldId="256"/>
            <ac:spMk id="3" creationId="{00000000-0000-0000-0000-000000000000}"/>
          </ac:spMkLst>
        </pc:spChg>
      </pc:sldChg>
      <pc:sldChg chg="modSp new">
        <pc:chgData name="NIKOLAIDIS APOSTOLOS" userId="S::apnikolaidis@o365.uth.gr::e69ac7a8-54a0-4881-b0e5-b276e699a77d" providerId="AD" clId="Web-{32DCC661-60B5-5355-62C1-8E0FD39EA4A2}" dt="2024-11-08T18:42:32.168" v="98" actId="20577"/>
        <pc:sldMkLst>
          <pc:docMk/>
          <pc:sldMk cId="4184612467" sldId="257"/>
        </pc:sldMkLst>
        <pc:spChg chg="mod">
          <ac:chgData name="NIKOLAIDIS APOSTOLOS" userId="S::apnikolaidis@o365.uth.gr::e69ac7a8-54a0-4881-b0e5-b276e699a77d" providerId="AD" clId="Web-{32DCC661-60B5-5355-62C1-8E0FD39EA4A2}" dt="2024-11-08T18:42:32.168" v="98" actId="20577"/>
          <ac:spMkLst>
            <pc:docMk/>
            <pc:sldMk cId="4184612467" sldId="257"/>
            <ac:spMk id="2" creationId="{2D9CCF86-92FC-30DC-0302-746440FB4E0E}"/>
          </ac:spMkLst>
        </pc:spChg>
      </pc:sldChg>
      <pc:sldChg chg="addSp delSp modSp new">
        <pc:chgData name="NIKOLAIDIS APOSTOLOS" userId="S::apnikolaidis@o365.uth.gr::e69ac7a8-54a0-4881-b0e5-b276e699a77d" providerId="AD" clId="Web-{32DCC661-60B5-5355-62C1-8E0FD39EA4A2}" dt="2024-11-08T21:56:11.811" v="2943" actId="20577"/>
        <pc:sldMkLst>
          <pc:docMk/>
          <pc:sldMk cId="338124645" sldId="258"/>
        </pc:sldMkLst>
        <pc:spChg chg="mod">
          <ac:chgData name="NIKOLAIDIS APOSTOLOS" userId="S::apnikolaidis@o365.uth.gr::e69ac7a8-54a0-4881-b0e5-b276e699a77d" providerId="AD" clId="Web-{32DCC661-60B5-5355-62C1-8E0FD39EA4A2}" dt="2024-11-08T18:42:50.341" v="106" actId="20577"/>
          <ac:spMkLst>
            <pc:docMk/>
            <pc:sldMk cId="338124645" sldId="258"/>
            <ac:spMk id="2" creationId="{345940CC-9593-B062-F087-5DA8758D19BD}"/>
          </ac:spMkLst>
        </pc:spChg>
        <pc:spChg chg="mod">
          <ac:chgData name="NIKOLAIDIS APOSTOLOS" userId="S::apnikolaidis@o365.uth.gr::e69ac7a8-54a0-4881-b0e5-b276e699a77d" providerId="AD" clId="Web-{32DCC661-60B5-5355-62C1-8E0FD39EA4A2}" dt="2024-11-08T21:31:20.161" v="2071" actId="20577"/>
          <ac:spMkLst>
            <pc:docMk/>
            <pc:sldMk cId="338124645" sldId="258"/>
            <ac:spMk id="3" creationId="{86BEE621-A385-7EB7-AE65-480E0C94868F}"/>
          </ac:spMkLst>
        </pc:spChg>
        <pc:spChg chg="add mod">
          <ac:chgData name="NIKOLAIDIS APOSTOLOS" userId="S::apnikolaidis@o365.uth.gr::e69ac7a8-54a0-4881-b0e5-b276e699a77d" providerId="AD" clId="Web-{32DCC661-60B5-5355-62C1-8E0FD39EA4A2}" dt="2024-11-08T21:45:15.599" v="2570" actId="20577"/>
          <ac:spMkLst>
            <pc:docMk/>
            <pc:sldMk cId="338124645" sldId="258"/>
            <ac:spMk id="5" creationId="{F5E6B755-062C-CB25-CA77-C23499E2C3CE}"/>
          </ac:spMkLst>
        </pc:spChg>
        <pc:spChg chg="add del mod">
          <ac:chgData name="NIKOLAIDIS APOSTOLOS" userId="S::apnikolaidis@o365.uth.gr::e69ac7a8-54a0-4881-b0e5-b276e699a77d" providerId="AD" clId="Web-{32DCC661-60B5-5355-62C1-8E0FD39EA4A2}" dt="2024-11-08T21:36:16.999" v="2237"/>
          <ac:spMkLst>
            <pc:docMk/>
            <pc:sldMk cId="338124645" sldId="258"/>
            <ac:spMk id="6" creationId="{5E922098-4915-59F7-1316-B4EF585E4C88}"/>
          </ac:spMkLst>
        </pc:spChg>
        <pc:spChg chg="add del mod">
          <ac:chgData name="NIKOLAIDIS APOSTOLOS" userId="S::apnikolaidis@o365.uth.gr::e69ac7a8-54a0-4881-b0e5-b276e699a77d" providerId="AD" clId="Web-{32DCC661-60B5-5355-62C1-8E0FD39EA4A2}" dt="2024-11-08T21:40:44.070" v="2442"/>
          <ac:spMkLst>
            <pc:docMk/>
            <pc:sldMk cId="338124645" sldId="258"/>
            <ac:spMk id="7" creationId="{2ABBF7D9-E0F8-ADC5-01A2-91C2645A296B}"/>
          </ac:spMkLst>
        </pc:spChg>
        <pc:spChg chg="add mod">
          <ac:chgData name="NIKOLAIDIS APOSTOLOS" userId="S::apnikolaidis@o365.uth.gr::e69ac7a8-54a0-4881-b0e5-b276e699a77d" providerId="AD" clId="Web-{32DCC661-60B5-5355-62C1-8E0FD39EA4A2}" dt="2024-11-08T21:56:11.811" v="2943" actId="20577"/>
          <ac:spMkLst>
            <pc:docMk/>
            <pc:sldMk cId="338124645" sldId="258"/>
            <ac:spMk id="8" creationId="{972D2C80-89D3-51DB-00EA-6EF67C016C96}"/>
          </ac:spMkLst>
        </pc:spChg>
        <pc:picChg chg="add mod">
          <ac:chgData name="NIKOLAIDIS APOSTOLOS" userId="S::apnikolaidis@o365.uth.gr::e69ac7a8-54a0-4881-b0e5-b276e699a77d" providerId="AD" clId="Web-{32DCC661-60B5-5355-62C1-8E0FD39EA4A2}" dt="2024-11-08T21:41:25.060" v="2446" actId="14100"/>
          <ac:picMkLst>
            <pc:docMk/>
            <pc:sldMk cId="338124645" sldId="258"/>
            <ac:picMk id="4" creationId="{5AB174FF-2E0E-7BB4-F2FF-8A215E8FFC2B}"/>
          </ac:picMkLst>
        </pc:picChg>
      </pc:sldChg>
      <pc:sldChg chg="modSp new">
        <pc:chgData name="NIKOLAIDIS APOSTOLOS" userId="S::apnikolaidis@o365.uth.gr::e69ac7a8-54a0-4881-b0e5-b276e699a77d" providerId="AD" clId="Web-{32DCC661-60B5-5355-62C1-8E0FD39EA4A2}" dt="2024-11-08T18:43:03.154" v="114" actId="20577"/>
        <pc:sldMkLst>
          <pc:docMk/>
          <pc:sldMk cId="1642784099" sldId="259"/>
        </pc:sldMkLst>
        <pc:spChg chg="mod">
          <ac:chgData name="NIKOLAIDIS APOSTOLOS" userId="S::apnikolaidis@o365.uth.gr::e69ac7a8-54a0-4881-b0e5-b276e699a77d" providerId="AD" clId="Web-{32DCC661-60B5-5355-62C1-8E0FD39EA4A2}" dt="2024-11-08T18:43:03.154" v="114" actId="20577"/>
          <ac:spMkLst>
            <pc:docMk/>
            <pc:sldMk cId="1642784099" sldId="259"/>
            <ac:spMk id="2" creationId="{94F3B715-3FC5-BB2C-64DB-4799745ACAD8}"/>
          </ac:spMkLst>
        </pc:spChg>
      </pc:sldChg>
      <pc:sldChg chg="addSp delSp modSp new">
        <pc:chgData name="NIKOLAIDIS APOSTOLOS" userId="S::apnikolaidis@o365.uth.gr::e69ac7a8-54a0-4881-b0e5-b276e699a77d" providerId="AD" clId="Web-{32DCC661-60B5-5355-62C1-8E0FD39EA4A2}" dt="2024-11-08T19:12:10.010" v="196" actId="20577"/>
        <pc:sldMkLst>
          <pc:docMk/>
          <pc:sldMk cId="850318589" sldId="260"/>
        </pc:sldMkLst>
        <pc:spChg chg="mod">
          <ac:chgData name="NIKOLAIDIS APOSTOLOS" userId="S::apnikolaidis@o365.uth.gr::e69ac7a8-54a0-4881-b0e5-b276e699a77d" providerId="AD" clId="Web-{32DCC661-60B5-5355-62C1-8E0FD39EA4A2}" dt="2024-11-08T18:43:12.670" v="120" actId="20577"/>
          <ac:spMkLst>
            <pc:docMk/>
            <pc:sldMk cId="850318589" sldId="260"/>
            <ac:spMk id="2" creationId="{E744F0DB-A392-AE2E-EEDB-2BBE2F016F57}"/>
          </ac:spMkLst>
        </pc:spChg>
        <pc:spChg chg="del">
          <ac:chgData name="NIKOLAIDIS APOSTOLOS" userId="S::apnikolaidis@o365.uth.gr::e69ac7a8-54a0-4881-b0e5-b276e699a77d" providerId="AD" clId="Web-{32DCC661-60B5-5355-62C1-8E0FD39EA4A2}" dt="2024-11-08T18:44:17.234" v="121"/>
          <ac:spMkLst>
            <pc:docMk/>
            <pc:sldMk cId="850318589" sldId="260"/>
            <ac:spMk id="3" creationId="{48A3F4E6-0E8D-3ADF-E5D3-84EC993F99D5}"/>
          </ac:spMkLst>
        </pc:spChg>
        <pc:spChg chg="add mod">
          <ac:chgData name="NIKOLAIDIS APOSTOLOS" userId="S::apnikolaidis@o365.uth.gr::e69ac7a8-54a0-4881-b0e5-b276e699a77d" providerId="AD" clId="Web-{32DCC661-60B5-5355-62C1-8E0FD39EA4A2}" dt="2024-11-08T19:12:10.010" v="196" actId="20577"/>
          <ac:spMkLst>
            <pc:docMk/>
            <pc:sldMk cId="850318589" sldId="260"/>
            <ac:spMk id="5" creationId="{F3ECAD5A-92F4-1C9B-30C7-21C8C9E8CEF2}"/>
          </ac:spMkLst>
        </pc:spChg>
        <pc:spChg chg="add mod">
          <ac:chgData name="NIKOLAIDIS APOSTOLOS" userId="S::apnikolaidis@o365.uth.gr::e69ac7a8-54a0-4881-b0e5-b276e699a77d" providerId="AD" clId="Web-{32DCC661-60B5-5355-62C1-8E0FD39EA4A2}" dt="2024-11-08T18:50:35.137" v="188" actId="20577"/>
          <ac:spMkLst>
            <pc:docMk/>
            <pc:sldMk cId="850318589" sldId="260"/>
            <ac:spMk id="6" creationId="{CDAFACE8-C024-1EC8-A4C0-6A29663A3DC9}"/>
          </ac:spMkLst>
        </pc:spChg>
        <pc:spChg chg="add mod">
          <ac:chgData name="NIKOLAIDIS APOSTOLOS" userId="S::apnikolaidis@o365.uth.gr::e69ac7a8-54a0-4881-b0e5-b276e699a77d" providerId="AD" clId="Web-{32DCC661-60B5-5355-62C1-8E0FD39EA4A2}" dt="2024-11-08T18:50:45.169" v="190" actId="20577"/>
          <ac:spMkLst>
            <pc:docMk/>
            <pc:sldMk cId="850318589" sldId="260"/>
            <ac:spMk id="7" creationId="{A1C7AD55-A4DC-FE54-F50D-E32A90FDD179}"/>
          </ac:spMkLst>
        </pc:spChg>
        <pc:spChg chg="add mod">
          <ac:chgData name="NIKOLAIDIS APOSTOLOS" userId="S::apnikolaidis@o365.uth.gr::e69ac7a8-54a0-4881-b0e5-b276e699a77d" providerId="AD" clId="Web-{32DCC661-60B5-5355-62C1-8E0FD39EA4A2}" dt="2024-11-08T18:52:01.765" v="193" actId="1076"/>
          <ac:spMkLst>
            <pc:docMk/>
            <pc:sldMk cId="850318589" sldId="260"/>
            <ac:spMk id="8" creationId="{7A64A9F9-3D47-0C3F-BBEC-7C08FB72D666}"/>
          </ac:spMkLst>
        </pc:spChg>
        <pc:picChg chg="add mod ord">
          <ac:chgData name="NIKOLAIDIS APOSTOLOS" userId="S::apnikolaidis@o365.uth.gr::e69ac7a8-54a0-4881-b0e5-b276e699a77d" providerId="AD" clId="Web-{32DCC661-60B5-5355-62C1-8E0FD39EA4A2}" dt="2024-11-08T18:44:21.875" v="122" actId="1076"/>
          <ac:picMkLst>
            <pc:docMk/>
            <pc:sldMk cId="850318589" sldId="260"/>
            <ac:picMk id="4" creationId="{4361CC0E-434D-BD0F-901F-52D673823B35}"/>
          </ac:picMkLst>
        </pc:picChg>
      </pc:sldChg>
      <pc:sldChg chg="addSp delSp modSp new">
        <pc:chgData name="NIKOLAIDIS APOSTOLOS" userId="S::apnikolaidis@o365.uth.gr::e69ac7a8-54a0-4881-b0e5-b276e699a77d" providerId="AD" clId="Web-{32DCC661-60B5-5355-62C1-8E0FD39EA4A2}" dt="2024-11-08T20:23:59.076" v="1256" actId="20577"/>
        <pc:sldMkLst>
          <pc:docMk/>
          <pc:sldMk cId="921622870" sldId="261"/>
        </pc:sldMkLst>
        <pc:spChg chg="mod">
          <ac:chgData name="NIKOLAIDIS APOSTOLOS" userId="S::apnikolaidis@o365.uth.gr::e69ac7a8-54a0-4881-b0e5-b276e699a77d" providerId="AD" clId="Web-{32DCC661-60B5-5355-62C1-8E0FD39EA4A2}" dt="2024-11-08T19:33:44.555" v="598" actId="20577"/>
          <ac:spMkLst>
            <pc:docMk/>
            <pc:sldMk cId="921622870" sldId="261"/>
            <ac:spMk id="2" creationId="{5942227F-0764-2E19-56FF-91EC6A3D1AFF}"/>
          </ac:spMkLst>
        </pc:spChg>
        <pc:spChg chg="del">
          <ac:chgData name="NIKOLAIDIS APOSTOLOS" userId="S::apnikolaidis@o365.uth.gr::e69ac7a8-54a0-4881-b0e5-b276e699a77d" providerId="AD" clId="Web-{32DCC661-60B5-5355-62C1-8E0FD39EA4A2}" dt="2024-11-08T19:19:18.461" v="202"/>
          <ac:spMkLst>
            <pc:docMk/>
            <pc:sldMk cId="921622870" sldId="261"/>
            <ac:spMk id="3" creationId="{CEDC05AD-92FC-860A-464C-AB6D99C73D38}"/>
          </ac:spMkLst>
        </pc:spChg>
        <pc:spChg chg="add mod">
          <ac:chgData name="NIKOLAIDIS APOSTOLOS" userId="S::apnikolaidis@o365.uth.gr::e69ac7a8-54a0-4881-b0e5-b276e699a77d" providerId="AD" clId="Web-{32DCC661-60B5-5355-62C1-8E0FD39EA4A2}" dt="2024-11-08T20:23:59.076" v="1256" actId="20577"/>
          <ac:spMkLst>
            <pc:docMk/>
            <pc:sldMk cId="921622870" sldId="261"/>
            <ac:spMk id="5" creationId="{D15A4672-949A-446B-BD70-F25CDC5CBA78}"/>
          </ac:spMkLst>
        </pc:spChg>
        <pc:spChg chg="add del mod">
          <ac:chgData name="NIKOLAIDIS APOSTOLOS" userId="S::apnikolaidis@o365.uth.gr::e69ac7a8-54a0-4881-b0e5-b276e699a77d" providerId="AD" clId="Web-{32DCC661-60B5-5355-62C1-8E0FD39EA4A2}" dt="2024-11-08T19:24:11.396" v="264"/>
          <ac:spMkLst>
            <pc:docMk/>
            <pc:sldMk cId="921622870" sldId="261"/>
            <ac:spMk id="7" creationId="{FB58A4EA-92C6-E9A2-3705-6E8CF667789A}"/>
          </ac:spMkLst>
        </pc:spChg>
        <pc:picChg chg="add del mod ord">
          <ac:chgData name="NIKOLAIDIS APOSTOLOS" userId="S::apnikolaidis@o365.uth.gr::e69ac7a8-54a0-4881-b0e5-b276e699a77d" providerId="AD" clId="Web-{32DCC661-60B5-5355-62C1-8E0FD39EA4A2}" dt="2024-11-08T19:23:37.176" v="263"/>
          <ac:picMkLst>
            <pc:docMk/>
            <pc:sldMk cId="921622870" sldId="261"/>
            <ac:picMk id="4" creationId="{1E0BBEBA-5C0D-0353-F0DD-79E6A55E2A9F}"/>
          </ac:picMkLst>
        </pc:picChg>
        <pc:picChg chg="add mod ord">
          <ac:chgData name="NIKOLAIDIS APOSTOLOS" userId="S::apnikolaidis@o365.uth.gr::e69ac7a8-54a0-4881-b0e5-b276e699a77d" providerId="AD" clId="Web-{32DCC661-60B5-5355-62C1-8E0FD39EA4A2}" dt="2024-11-08T19:24:14.037" v="265" actId="1076"/>
          <ac:picMkLst>
            <pc:docMk/>
            <pc:sldMk cId="921622870" sldId="261"/>
            <ac:picMk id="8" creationId="{35915151-457F-65F6-34B4-00D168235D7D}"/>
          </ac:picMkLst>
        </pc:picChg>
      </pc:sldChg>
      <pc:sldChg chg="addSp delSp modSp new">
        <pc:chgData name="NIKOLAIDIS APOSTOLOS" userId="S::apnikolaidis@o365.uth.gr::e69ac7a8-54a0-4881-b0e5-b276e699a77d" providerId="AD" clId="Web-{32DCC661-60B5-5355-62C1-8E0FD39EA4A2}" dt="2024-11-08T20:47:41.441" v="2050" actId="20577"/>
        <pc:sldMkLst>
          <pc:docMk/>
          <pc:sldMk cId="3374149136" sldId="262"/>
        </pc:sldMkLst>
        <pc:spChg chg="mod">
          <ac:chgData name="NIKOLAIDIS APOSTOLOS" userId="S::apnikolaidis@o365.uth.gr::e69ac7a8-54a0-4881-b0e5-b276e699a77d" providerId="AD" clId="Web-{32DCC661-60B5-5355-62C1-8E0FD39EA4A2}" dt="2024-11-08T19:34:06.087" v="625" actId="20577"/>
          <ac:spMkLst>
            <pc:docMk/>
            <pc:sldMk cId="3374149136" sldId="262"/>
            <ac:spMk id="2" creationId="{73743638-0261-B8AF-ABE1-AF58B53054EC}"/>
          </ac:spMkLst>
        </pc:spChg>
        <pc:spChg chg="del">
          <ac:chgData name="NIKOLAIDIS APOSTOLOS" userId="S::apnikolaidis@o365.uth.gr::e69ac7a8-54a0-4881-b0e5-b276e699a77d" providerId="AD" clId="Web-{32DCC661-60B5-5355-62C1-8E0FD39EA4A2}" dt="2024-11-08T20:01:18.087" v="626"/>
          <ac:spMkLst>
            <pc:docMk/>
            <pc:sldMk cId="3374149136" sldId="262"/>
            <ac:spMk id="3" creationId="{E40D5D3C-D104-C17D-8E60-B7388AB66BCC}"/>
          </ac:spMkLst>
        </pc:spChg>
        <pc:spChg chg="add del">
          <ac:chgData name="NIKOLAIDIS APOSTOLOS" userId="S::apnikolaidis@o365.uth.gr::e69ac7a8-54a0-4881-b0e5-b276e699a77d" providerId="AD" clId="Web-{32DCC661-60B5-5355-62C1-8E0FD39EA4A2}" dt="2024-11-08T20:01:37.853" v="629"/>
          <ac:spMkLst>
            <pc:docMk/>
            <pc:sldMk cId="3374149136" sldId="262"/>
            <ac:spMk id="5" creationId="{421412E4-0A1D-A0CA-50E3-979F83AB7E21}"/>
          </ac:spMkLst>
        </pc:spChg>
        <pc:spChg chg="add del">
          <ac:chgData name="NIKOLAIDIS APOSTOLOS" userId="S::apnikolaidis@o365.uth.gr::e69ac7a8-54a0-4881-b0e5-b276e699a77d" providerId="AD" clId="Web-{32DCC661-60B5-5355-62C1-8E0FD39EA4A2}" dt="2024-11-08T20:01:54.135" v="631"/>
          <ac:spMkLst>
            <pc:docMk/>
            <pc:sldMk cId="3374149136" sldId="262"/>
            <ac:spMk id="6" creationId="{86E5CF90-B043-A140-8677-54563CF1F525}"/>
          </ac:spMkLst>
        </pc:spChg>
        <pc:spChg chg="add mod">
          <ac:chgData name="NIKOLAIDIS APOSTOLOS" userId="S::apnikolaidis@o365.uth.gr::e69ac7a8-54a0-4881-b0e5-b276e699a77d" providerId="AD" clId="Web-{32DCC661-60B5-5355-62C1-8E0FD39EA4A2}" dt="2024-11-08T20:47:41.441" v="2050" actId="20577"/>
          <ac:spMkLst>
            <pc:docMk/>
            <pc:sldMk cId="3374149136" sldId="262"/>
            <ac:spMk id="7" creationId="{A5393C95-F67C-8939-C2C6-E06A12710186}"/>
          </ac:spMkLst>
        </pc:spChg>
        <pc:spChg chg="add del mod">
          <ac:chgData name="NIKOLAIDIS APOSTOLOS" userId="S::apnikolaidis@o365.uth.gr::e69ac7a8-54a0-4881-b0e5-b276e699a77d" providerId="AD" clId="Web-{32DCC661-60B5-5355-62C1-8E0FD39EA4A2}" dt="2024-11-08T20:13:27.372" v="861"/>
          <ac:spMkLst>
            <pc:docMk/>
            <pc:sldMk cId="3374149136" sldId="262"/>
            <ac:spMk id="9" creationId="{242CBC9E-4232-3BCF-29D5-540C5B086ABE}"/>
          </ac:spMkLst>
        </pc:spChg>
        <pc:picChg chg="add del mod ord">
          <ac:chgData name="NIKOLAIDIS APOSTOLOS" userId="S::apnikolaidis@o365.uth.gr::e69ac7a8-54a0-4881-b0e5-b276e699a77d" providerId="AD" clId="Web-{32DCC661-60B5-5355-62C1-8E0FD39EA4A2}" dt="2024-11-08T20:13:25.153" v="860"/>
          <ac:picMkLst>
            <pc:docMk/>
            <pc:sldMk cId="3374149136" sldId="262"/>
            <ac:picMk id="4" creationId="{09FBA0B7-5F6F-47B9-A7CD-0F6A8142370B}"/>
          </ac:picMkLst>
        </pc:picChg>
        <pc:picChg chg="add mod ord">
          <ac:chgData name="NIKOLAIDIS APOSTOLOS" userId="S::apnikolaidis@o365.uth.gr::e69ac7a8-54a0-4881-b0e5-b276e699a77d" providerId="AD" clId="Web-{32DCC661-60B5-5355-62C1-8E0FD39EA4A2}" dt="2024-11-08T20:13:31.466" v="862" actId="1076"/>
          <ac:picMkLst>
            <pc:docMk/>
            <pc:sldMk cId="3374149136" sldId="262"/>
            <ac:picMk id="10" creationId="{1F19B00E-BBBA-9553-166D-D9AF37CDFFFD}"/>
          </ac:picMkLst>
        </pc:picChg>
      </pc:sldChg>
      <pc:sldChg chg="addSp delSp modSp new">
        <pc:chgData name="NIKOLAIDIS APOSTOLOS" userId="S::apnikolaidis@o365.uth.gr::e69ac7a8-54a0-4881-b0e5-b276e699a77d" providerId="AD" clId="Web-{32DCC661-60B5-5355-62C1-8E0FD39EA4A2}" dt="2024-11-08T20:46:27.658" v="2047" actId="14100"/>
        <pc:sldMkLst>
          <pc:docMk/>
          <pc:sldMk cId="2661089403" sldId="263"/>
        </pc:sldMkLst>
        <pc:spChg chg="mod">
          <ac:chgData name="NIKOLAIDIS APOSTOLOS" userId="S::apnikolaidis@o365.uth.gr::e69ac7a8-54a0-4881-b0e5-b276e699a77d" providerId="AD" clId="Web-{32DCC661-60B5-5355-62C1-8E0FD39EA4A2}" dt="2024-11-08T20:25:35.407" v="1342" actId="20577"/>
          <ac:spMkLst>
            <pc:docMk/>
            <pc:sldMk cId="2661089403" sldId="263"/>
            <ac:spMk id="2" creationId="{7A7021D7-3F06-D260-85EE-77701C17B237}"/>
          </ac:spMkLst>
        </pc:spChg>
        <pc:spChg chg="del">
          <ac:chgData name="NIKOLAIDIS APOSTOLOS" userId="S::apnikolaidis@o365.uth.gr::e69ac7a8-54a0-4881-b0e5-b276e699a77d" providerId="AD" clId="Web-{32DCC661-60B5-5355-62C1-8E0FD39EA4A2}" dt="2024-11-08T20:26:04.220" v="1343"/>
          <ac:spMkLst>
            <pc:docMk/>
            <pc:sldMk cId="2661089403" sldId="263"/>
            <ac:spMk id="3" creationId="{8B59AE1C-ED8B-9DA6-DB58-E674882592A6}"/>
          </ac:spMkLst>
        </pc:spChg>
        <pc:spChg chg="add del">
          <ac:chgData name="NIKOLAIDIS APOSTOLOS" userId="S::apnikolaidis@o365.uth.gr::e69ac7a8-54a0-4881-b0e5-b276e699a77d" providerId="AD" clId="Web-{32DCC661-60B5-5355-62C1-8E0FD39EA4A2}" dt="2024-11-08T20:26:24.767" v="1347"/>
          <ac:spMkLst>
            <pc:docMk/>
            <pc:sldMk cId="2661089403" sldId="263"/>
            <ac:spMk id="5" creationId="{F6C85821-8C5D-2A16-E420-8EEC529E01FA}"/>
          </ac:spMkLst>
        </pc:spChg>
        <pc:spChg chg="add mod">
          <ac:chgData name="NIKOLAIDIS APOSTOLOS" userId="S::apnikolaidis@o365.uth.gr::e69ac7a8-54a0-4881-b0e5-b276e699a77d" providerId="AD" clId="Web-{32DCC661-60B5-5355-62C1-8E0FD39EA4A2}" dt="2024-11-08T20:46:27.658" v="2047" actId="14100"/>
          <ac:spMkLst>
            <pc:docMk/>
            <pc:sldMk cId="2661089403" sldId="263"/>
            <ac:spMk id="6" creationId="{D5F1F913-D071-8B36-661F-A73ECB9C8807}"/>
          </ac:spMkLst>
        </pc:spChg>
        <pc:picChg chg="add mod ord">
          <ac:chgData name="NIKOLAIDIS APOSTOLOS" userId="S::apnikolaidis@o365.uth.gr::e69ac7a8-54a0-4881-b0e5-b276e699a77d" providerId="AD" clId="Web-{32DCC661-60B5-5355-62C1-8E0FD39EA4A2}" dt="2024-11-08T20:26:28.611" v="1348" actId="14100"/>
          <ac:picMkLst>
            <pc:docMk/>
            <pc:sldMk cId="2661089403" sldId="263"/>
            <ac:picMk id="4" creationId="{FD95CE70-A344-4ABD-842E-B14F48E44761}"/>
          </ac:picMkLst>
        </pc:picChg>
      </pc:sldChg>
      <pc:sldChg chg="addSp delSp modSp new">
        <pc:chgData name="NIKOLAIDIS APOSTOLOS" userId="S::apnikolaidis@o365.uth.gr::e69ac7a8-54a0-4881-b0e5-b276e699a77d" providerId="AD" clId="Web-{32DCC661-60B5-5355-62C1-8E0FD39EA4A2}" dt="2024-11-08T22:10:06.341" v="3401" actId="20577"/>
        <pc:sldMkLst>
          <pc:docMk/>
          <pc:sldMk cId="1806682601" sldId="264"/>
        </pc:sldMkLst>
        <pc:spChg chg="mod">
          <ac:chgData name="NIKOLAIDIS APOSTOLOS" userId="S::apnikolaidis@o365.uth.gr::e69ac7a8-54a0-4881-b0e5-b276e699a77d" providerId="AD" clId="Web-{32DCC661-60B5-5355-62C1-8E0FD39EA4A2}" dt="2024-11-08T22:10:06.341" v="3401" actId="20577"/>
          <ac:spMkLst>
            <pc:docMk/>
            <pc:sldMk cId="1806682601" sldId="264"/>
            <ac:spMk id="2" creationId="{0F2B683D-138D-2694-1729-FA4DD992B91F}"/>
          </ac:spMkLst>
        </pc:spChg>
        <pc:spChg chg="del">
          <ac:chgData name="NIKOLAIDIS APOSTOLOS" userId="S::apnikolaidis@o365.uth.gr::e69ac7a8-54a0-4881-b0e5-b276e699a77d" providerId="AD" clId="Web-{32DCC661-60B5-5355-62C1-8E0FD39EA4A2}" dt="2024-11-08T21:59:39.911" v="3141"/>
          <ac:spMkLst>
            <pc:docMk/>
            <pc:sldMk cId="1806682601" sldId="264"/>
            <ac:spMk id="3" creationId="{D011862D-4900-7188-0102-086F18379924}"/>
          </ac:spMkLst>
        </pc:spChg>
        <pc:spChg chg="add mod">
          <ac:chgData name="NIKOLAIDIS APOSTOLOS" userId="S::apnikolaidis@o365.uth.gr::e69ac7a8-54a0-4881-b0e5-b276e699a77d" providerId="AD" clId="Web-{32DCC661-60B5-5355-62C1-8E0FD39EA4A2}" dt="2024-11-08T22:09:45.168" v="3392" actId="20577"/>
          <ac:spMkLst>
            <pc:docMk/>
            <pc:sldMk cId="1806682601" sldId="264"/>
            <ac:spMk id="4" creationId="{2ABBF7D9-E0F8-ADC5-01A2-91C2645A296B}"/>
          </ac:spMkLst>
        </pc:spChg>
        <pc:picChg chg="add mod ord">
          <ac:chgData name="NIKOLAIDIS APOSTOLOS" userId="S::apnikolaidis@o365.uth.gr::e69ac7a8-54a0-4881-b0e5-b276e699a77d" providerId="AD" clId="Web-{32DCC661-60B5-5355-62C1-8E0FD39EA4A2}" dt="2024-11-08T22:05:04.456" v="3278" actId="14100"/>
          <ac:picMkLst>
            <pc:docMk/>
            <pc:sldMk cId="1806682601" sldId="264"/>
            <ac:picMk id="5" creationId="{97C636E3-6372-14B6-FDD3-4087CE2247B4}"/>
          </ac:picMkLst>
        </pc:picChg>
      </pc:sldChg>
      <pc:sldChg chg="addSp delSp modSp new">
        <pc:chgData name="NIKOLAIDIS APOSTOLOS" userId="S::apnikolaidis@o365.uth.gr::e69ac7a8-54a0-4881-b0e5-b276e699a77d" providerId="AD" clId="Web-{32DCC661-60B5-5355-62C1-8E0FD39EA4A2}" dt="2024-11-08T22:10:02.169" v="3399" actId="20577"/>
        <pc:sldMkLst>
          <pc:docMk/>
          <pc:sldMk cId="3413725171" sldId="265"/>
        </pc:sldMkLst>
        <pc:spChg chg="mod">
          <ac:chgData name="NIKOLAIDIS APOSTOLOS" userId="S::apnikolaidis@o365.uth.gr::e69ac7a8-54a0-4881-b0e5-b276e699a77d" providerId="AD" clId="Web-{32DCC661-60B5-5355-62C1-8E0FD39EA4A2}" dt="2024-11-08T22:10:02.169" v="3399" actId="20577"/>
          <ac:spMkLst>
            <pc:docMk/>
            <pc:sldMk cId="3413725171" sldId="265"/>
            <ac:spMk id="2" creationId="{81781C26-007E-4C48-7E62-A12EACFEF6BC}"/>
          </ac:spMkLst>
        </pc:spChg>
        <pc:spChg chg="del">
          <ac:chgData name="NIKOLAIDIS APOSTOLOS" userId="S::apnikolaidis@o365.uth.gr::e69ac7a8-54a0-4881-b0e5-b276e699a77d" providerId="AD" clId="Web-{32DCC661-60B5-5355-62C1-8E0FD39EA4A2}" dt="2024-11-08T22:00:40.741" v="3146"/>
          <ac:spMkLst>
            <pc:docMk/>
            <pc:sldMk cId="3413725171" sldId="265"/>
            <ac:spMk id="3" creationId="{B3105235-27AD-1DF7-F190-B9794295EB7F}"/>
          </ac:spMkLst>
        </pc:spChg>
        <pc:spChg chg="add mod">
          <ac:chgData name="NIKOLAIDIS APOSTOLOS" userId="S::apnikolaidis@o365.uth.gr::e69ac7a8-54a0-4881-b0e5-b276e699a77d" providerId="AD" clId="Web-{32DCC661-60B5-5355-62C1-8E0FD39EA4A2}" dt="2024-11-08T22:04:39.908" v="3273" actId="20577"/>
          <ac:spMkLst>
            <pc:docMk/>
            <pc:sldMk cId="3413725171" sldId="265"/>
            <ac:spMk id="5" creationId="{33A4EF01-A8BB-E3F3-6B9C-178FFC453B18}"/>
          </ac:spMkLst>
        </pc:spChg>
        <pc:picChg chg="add mod ord">
          <ac:chgData name="NIKOLAIDIS APOSTOLOS" userId="S::apnikolaidis@o365.uth.gr::e69ac7a8-54a0-4881-b0e5-b276e699a77d" providerId="AD" clId="Web-{32DCC661-60B5-5355-62C1-8E0FD39EA4A2}" dt="2024-11-08T22:00:43.210" v="3147" actId="1076"/>
          <ac:picMkLst>
            <pc:docMk/>
            <pc:sldMk cId="3413725171" sldId="265"/>
            <ac:picMk id="4" creationId="{AB903488-C1E7-6798-EF3C-E24C4336ED17}"/>
          </ac:picMkLst>
        </pc:picChg>
      </pc:sldChg>
    </pc:docChg>
  </pc:docChgLst>
  <pc:docChgLst>
    <pc:chgData name="MOUNTAKIS CHRISTOS" userId="6d5f53c4-a869-4e1d-8870-d363b4bade81" providerId="ADAL" clId="{91D12A99-389F-FA4F-8A73-2BABF67C0645}"/>
    <pc:docChg chg="undo custSel addSld modSld">
      <pc:chgData name="MOUNTAKIS CHRISTOS" userId="6d5f53c4-a869-4e1d-8870-d363b4bade81" providerId="ADAL" clId="{91D12A99-389F-FA4F-8A73-2BABF67C0645}" dt="2024-11-09T21:53:42.689" v="4242" actId="14100"/>
      <pc:docMkLst>
        <pc:docMk/>
      </pc:docMkLst>
      <pc:sldChg chg="modSp mod">
        <pc:chgData name="MOUNTAKIS CHRISTOS" userId="6d5f53c4-a869-4e1d-8870-d363b4bade81" providerId="ADAL" clId="{91D12A99-389F-FA4F-8A73-2BABF67C0645}" dt="2024-11-09T21:21:33.456" v="1553" actId="20577"/>
        <pc:sldMkLst>
          <pc:docMk/>
          <pc:sldMk cId="4184612467" sldId="257"/>
        </pc:sldMkLst>
        <pc:spChg chg="mod">
          <ac:chgData name="MOUNTAKIS CHRISTOS" userId="6d5f53c4-a869-4e1d-8870-d363b4bade81" providerId="ADAL" clId="{91D12A99-389F-FA4F-8A73-2BABF67C0645}" dt="2024-11-09T21:21:33.456" v="1553" actId="20577"/>
          <ac:spMkLst>
            <pc:docMk/>
            <pc:sldMk cId="4184612467" sldId="257"/>
            <ac:spMk id="3" creationId="{699711CD-B60A-ECF4-FF1B-6C43EE495E73}"/>
          </ac:spMkLst>
        </pc:spChg>
      </pc:sldChg>
      <pc:sldChg chg="addSp delSp modSp mod">
        <pc:chgData name="MOUNTAKIS CHRISTOS" userId="6d5f53c4-a869-4e1d-8870-d363b4bade81" providerId="ADAL" clId="{91D12A99-389F-FA4F-8A73-2BABF67C0645}" dt="2024-11-09T20:56:47.704" v="780"/>
        <pc:sldMkLst>
          <pc:docMk/>
          <pc:sldMk cId="1642784099" sldId="259"/>
        </pc:sldMkLst>
        <pc:spChg chg="add del mod">
          <ac:chgData name="MOUNTAKIS CHRISTOS" userId="6d5f53c4-a869-4e1d-8870-d363b4bade81" providerId="ADAL" clId="{91D12A99-389F-FA4F-8A73-2BABF67C0645}" dt="2024-11-09T20:56:04.759" v="769" actId="122"/>
          <ac:spMkLst>
            <pc:docMk/>
            <pc:sldMk cId="1642784099" sldId="259"/>
            <ac:spMk id="3" creationId="{B09CAEFD-C1F2-9472-4242-D9FC2ACE813A}"/>
          </ac:spMkLst>
        </pc:spChg>
        <pc:spChg chg="add del mod">
          <ac:chgData name="MOUNTAKIS CHRISTOS" userId="6d5f53c4-a869-4e1d-8870-d363b4bade81" providerId="ADAL" clId="{91D12A99-389F-FA4F-8A73-2BABF67C0645}" dt="2024-11-09T20:46:55.592" v="41" actId="767"/>
          <ac:spMkLst>
            <pc:docMk/>
            <pc:sldMk cId="1642784099" sldId="259"/>
            <ac:spMk id="6" creationId="{9C0179B9-34DD-2B2F-2C8C-8E4C3CF9F068}"/>
          </ac:spMkLst>
        </pc:spChg>
        <pc:spChg chg="add del mod">
          <ac:chgData name="MOUNTAKIS CHRISTOS" userId="6d5f53c4-a869-4e1d-8870-d363b4bade81" providerId="ADAL" clId="{91D12A99-389F-FA4F-8A73-2BABF67C0645}" dt="2024-11-09T20:46:55.411" v="40" actId="767"/>
          <ac:spMkLst>
            <pc:docMk/>
            <pc:sldMk cId="1642784099" sldId="259"/>
            <ac:spMk id="7" creationId="{6670E328-E0ED-16DD-51FA-90F597E7197A}"/>
          </ac:spMkLst>
        </pc:spChg>
        <pc:spChg chg="add del mod">
          <ac:chgData name="MOUNTAKIS CHRISTOS" userId="6d5f53c4-a869-4e1d-8870-d363b4bade81" providerId="ADAL" clId="{91D12A99-389F-FA4F-8A73-2BABF67C0645}" dt="2024-11-09T20:46:55.091" v="38" actId="767"/>
          <ac:spMkLst>
            <pc:docMk/>
            <pc:sldMk cId="1642784099" sldId="259"/>
            <ac:spMk id="8" creationId="{13DDC47B-3BD5-9F5D-15C7-F27C7ED956E4}"/>
          </ac:spMkLst>
        </pc:spChg>
        <pc:spChg chg="add del mod">
          <ac:chgData name="MOUNTAKIS CHRISTOS" userId="6d5f53c4-a869-4e1d-8870-d363b4bade81" providerId="ADAL" clId="{91D12A99-389F-FA4F-8A73-2BABF67C0645}" dt="2024-11-09T20:46:54.745" v="36" actId="767"/>
          <ac:spMkLst>
            <pc:docMk/>
            <pc:sldMk cId="1642784099" sldId="259"/>
            <ac:spMk id="9" creationId="{BE564555-1E0A-B3CE-2AF2-C6C165197096}"/>
          </ac:spMkLst>
        </pc:spChg>
        <pc:spChg chg="add del mod">
          <ac:chgData name="MOUNTAKIS CHRISTOS" userId="6d5f53c4-a869-4e1d-8870-d363b4bade81" providerId="ADAL" clId="{91D12A99-389F-FA4F-8A73-2BABF67C0645}" dt="2024-11-09T20:46:53.979" v="33" actId="767"/>
          <ac:spMkLst>
            <pc:docMk/>
            <pc:sldMk cId="1642784099" sldId="259"/>
            <ac:spMk id="10" creationId="{2D02AB40-459B-F2B6-8BBA-24989CDA4E5F}"/>
          </ac:spMkLst>
        </pc:spChg>
        <pc:spChg chg="add mod">
          <ac:chgData name="MOUNTAKIS CHRISTOS" userId="6d5f53c4-a869-4e1d-8870-d363b4bade81" providerId="ADAL" clId="{91D12A99-389F-FA4F-8A73-2BABF67C0645}" dt="2024-11-09T20:46:36.964" v="26" actId="767"/>
          <ac:spMkLst>
            <pc:docMk/>
            <pc:sldMk cId="1642784099" sldId="259"/>
            <ac:spMk id="11" creationId="{B65A268D-EF26-A573-A927-A5A4422E3348}"/>
          </ac:spMkLst>
        </pc:spChg>
        <pc:spChg chg="add mod">
          <ac:chgData name="MOUNTAKIS CHRISTOS" userId="6d5f53c4-a869-4e1d-8870-d363b4bade81" providerId="ADAL" clId="{91D12A99-389F-FA4F-8A73-2BABF67C0645}" dt="2024-11-09T20:46:39.966" v="28" actId="767"/>
          <ac:spMkLst>
            <pc:docMk/>
            <pc:sldMk cId="1642784099" sldId="259"/>
            <ac:spMk id="12" creationId="{CF621798-945A-9946-8C82-5C62E51C6997}"/>
          </ac:spMkLst>
        </pc:spChg>
        <pc:spChg chg="add mod">
          <ac:chgData name="MOUNTAKIS CHRISTOS" userId="6d5f53c4-a869-4e1d-8870-d363b4bade81" providerId="ADAL" clId="{91D12A99-389F-FA4F-8A73-2BABF67C0645}" dt="2024-11-09T20:47:22.371" v="52" actId="767"/>
          <ac:spMkLst>
            <pc:docMk/>
            <pc:sldMk cId="1642784099" sldId="259"/>
            <ac:spMk id="13" creationId="{EB83ADA5-4CF7-D572-BC4D-1A1C3C019DC9}"/>
          </ac:spMkLst>
        </pc:spChg>
        <pc:spChg chg="add del mod">
          <ac:chgData name="MOUNTAKIS CHRISTOS" userId="6d5f53c4-a869-4e1d-8870-d363b4bade81" providerId="ADAL" clId="{91D12A99-389F-FA4F-8A73-2BABF67C0645}" dt="2024-11-09T20:56:47.704" v="780"/>
          <ac:spMkLst>
            <pc:docMk/>
            <pc:sldMk cId="1642784099" sldId="259"/>
            <ac:spMk id="14" creationId="{E9DA803D-4357-B0E9-9AE8-D8BA04310A92}"/>
          </ac:spMkLst>
        </pc:spChg>
        <pc:picChg chg="add mod">
          <ac:chgData name="MOUNTAKIS CHRISTOS" userId="6d5f53c4-a869-4e1d-8870-d363b4bade81" providerId="ADAL" clId="{91D12A99-389F-FA4F-8A73-2BABF67C0645}" dt="2024-11-09T20:46:56.616" v="45" actId="931"/>
          <ac:picMkLst>
            <pc:docMk/>
            <pc:sldMk cId="1642784099" sldId="259"/>
            <ac:picMk id="5" creationId="{15733EB7-FB9A-CAC2-CA96-791C2A5B539D}"/>
          </ac:picMkLst>
        </pc:picChg>
        <pc:picChg chg="add mod">
          <ac:chgData name="MOUNTAKIS CHRISTOS" userId="6d5f53c4-a869-4e1d-8870-d363b4bade81" providerId="ADAL" clId="{91D12A99-389F-FA4F-8A73-2BABF67C0645}" dt="2024-11-09T20:56:44.068" v="778" actId="14100"/>
          <ac:picMkLst>
            <pc:docMk/>
            <pc:sldMk cId="1642784099" sldId="259"/>
            <ac:picMk id="16" creationId="{064FE2E3-40EB-A4C5-D619-18BF5C870E8F}"/>
          </ac:picMkLst>
        </pc:picChg>
      </pc:sldChg>
      <pc:sldChg chg="addSp delSp modSp new mod">
        <pc:chgData name="MOUNTAKIS CHRISTOS" userId="6d5f53c4-a869-4e1d-8870-d363b4bade81" providerId="ADAL" clId="{91D12A99-389F-FA4F-8A73-2BABF67C0645}" dt="2024-11-09T21:13:13.809" v="1502" actId="20577"/>
        <pc:sldMkLst>
          <pc:docMk/>
          <pc:sldMk cId="704221224" sldId="266"/>
        </pc:sldMkLst>
        <pc:spChg chg="mod">
          <ac:chgData name="MOUNTAKIS CHRISTOS" userId="6d5f53c4-a869-4e1d-8870-d363b4bade81" providerId="ADAL" clId="{91D12A99-389F-FA4F-8A73-2BABF67C0645}" dt="2024-11-09T21:01:14.279" v="814" actId="122"/>
          <ac:spMkLst>
            <pc:docMk/>
            <pc:sldMk cId="704221224" sldId="266"/>
            <ac:spMk id="2" creationId="{00D73CD8-38E6-2DF9-A9D7-03EE33216D54}"/>
          </ac:spMkLst>
        </pc:spChg>
        <pc:spChg chg="del mod">
          <ac:chgData name="MOUNTAKIS CHRISTOS" userId="6d5f53c4-a869-4e1d-8870-d363b4bade81" providerId="ADAL" clId="{91D12A99-389F-FA4F-8A73-2BABF67C0645}" dt="2024-11-09T21:00:18.403" v="783" actId="931"/>
          <ac:spMkLst>
            <pc:docMk/>
            <pc:sldMk cId="704221224" sldId="266"/>
            <ac:spMk id="3" creationId="{3B533C5B-BFCB-0BDE-F234-0D3C11DB43A6}"/>
          </ac:spMkLst>
        </pc:spChg>
        <pc:spChg chg="add del mod">
          <ac:chgData name="MOUNTAKIS CHRISTOS" userId="6d5f53c4-a869-4e1d-8870-d363b4bade81" providerId="ADAL" clId="{91D12A99-389F-FA4F-8A73-2BABF67C0645}" dt="2024-11-09T21:03:06.879" v="817"/>
          <ac:spMkLst>
            <pc:docMk/>
            <pc:sldMk cId="704221224" sldId="266"/>
            <ac:spMk id="6" creationId="{1C8B5523-F882-1EC3-767D-13317E16271F}"/>
          </ac:spMkLst>
        </pc:spChg>
        <pc:spChg chg="add mod">
          <ac:chgData name="MOUNTAKIS CHRISTOS" userId="6d5f53c4-a869-4e1d-8870-d363b4bade81" providerId="ADAL" clId="{91D12A99-389F-FA4F-8A73-2BABF67C0645}" dt="2024-11-09T21:13:13.809" v="1502" actId="20577"/>
          <ac:spMkLst>
            <pc:docMk/>
            <pc:sldMk cId="704221224" sldId="266"/>
            <ac:spMk id="7" creationId="{AAC14527-F30D-4596-6417-6BDB5A8711B8}"/>
          </ac:spMkLst>
        </pc:spChg>
        <pc:picChg chg="add mod">
          <ac:chgData name="MOUNTAKIS CHRISTOS" userId="6d5f53c4-a869-4e1d-8870-d363b4bade81" providerId="ADAL" clId="{91D12A99-389F-FA4F-8A73-2BABF67C0645}" dt="2024-11-09T21:00:55.260" v="792" actId="14100"/>
          <ac:picMkLst>
            <pc:docMk/>
            <pc:sldMk cId="704221224" sldId="266"/>
            <ac:picMk id="5" creationId="{4F409719-5533-415F-6892-9F0BF5B2F67F}"/>
          </ac:picMkLst>
        </pc:picChg>
      </pc:sldChg>
      <pc:sldChg chg="addSp delSp modSp new mod">
        <pc:chgData name="MOUNTAKIS CHRISTOS" userId="6d5f53c4-a869-4e1d-8870-d363b4bade81" providerId="ADAL" clId="{91D12A99-389F-FA4F-8A73-2BABF67C0645}" dt="2024-11-09T21:47:01.058" v="4027" actId="15"/>
        <pc:sldMkLst>
          <pc:docMk/>
          <pc:sldMk cId="21093942" sldId="267"/>
        </pc:sldMkLst>
        <pc:spChg chg="mod">
          <ac:chgData name="MOUNTAKIS CHRISTOS" userId="6d5f53c4-a869-4e1d-8870-d363b4bade81" providerId="ADAL" clId="{91D12A99-389F-FA4F-8A73-2BABF67C0645}" dt="2024-11-09T21:38:05.953" v="2881" actId="20577"/>
          <ac:spMkLst>
            <pc:docMk/>
            <pc:sldMk cId="21093942" sldId="267"/>
            <ac:spMk id="2" creationId="{22087BBD-0E6C-B0CC-D1D6-86D7F0CFFFD0}"/>
          </ac:spMkLst>
        </pc:spChg>
        <pc:spChg chg="del mod">
          <ac:chgData name="MOUNTAKIS CHRISTOS" userId="6d5f53c4-a869-4e1d-8870-d363b4bade81" providerId="ADAL" clId="{91D12A99-389F-FA4F-8A73-2BABF67C0645}" dt="2024-11-09T21:25:02.558" v="1557" actId="931"/>
          <ac:spMkLst>
            <pc:docMk/>
            <pc:sldMk cId="21093942" sldId="267"/>
            <ac:spMk id="3" creationId="{04CDC11C-3312-57A2-1D55-160FD9153BB4}"/>
          </ac:spMkLst>
        </pc:spChg>
        <pc:spChg chg="add mod">
          <ac:chgData name="MOUNTAKIS CHRISTOS" userId="6d5f53c4-a869-4e1d-8870-d363b4bade81" providerId="ADAL" clId="{91D12A99-389F-FA4F-8A73-2BABF67C0645}" dt="2024-11-09T21:47:01.058" v="4027" actId="15"/>
          <ac:spMkLst>
            <pc:docMk/>
            <pc:sldMk cId="21093942" sldId="267"/>
            <ac:spMk id="6" creationId="{A5C0D311-9C39-EFD0-E2CB-A084F15D5E30}"/>
          </ac:spMkLst>
        </pc:spChg>
        <pc:spChg chg="add del mod">
          <ac:chgData name="MOUNTAKIS CHRISTOS" userId="6d5f53c4-a869-4e1d-8870-d363b4bade81" providerId="ADAL" clId="{91D12A99-389F-FA4F-8A73-2BABF67C0645}" dt="2024-11-09T21:35:26.487" v="2650"/>
          <ac:spMkLst>
            <pc:docMk/>
            <pc:sldMk cId="21093942" sldId="267"/>
            <ac:spMk id="7" creationId="{732B0E54-7E5C-646F-5892-5F23EDB9653B}"/>
          </ac:spMkLst>
        </pc:spChg>
        <pc:picChg chg="add mod">
          <ac:chgData name="MOUNTAKIS CHRISTOS" userId="6d5f53c4-a869-4e1d-8870-d363b4bade81" providerId="ADAL" clId="{91D12A99-389F-FA4F-8A73-2BABF67C0645}" dt="2024-11-09T21:26:35.422" v="1574" actId="14100"/>
          <ac:picMkLst>
            <pc:docMk/>
            <pc:sldMk cId="21093942" sldId="267"/>
            <ac:picMk id="5" creationId="{B5017285-EE77-8A16-6F1F-660295707F92}"/>
          </ac:picMkLst>
        </pc:picChg>
      </pc:sldChg>
      <pc:sldChg chg="addSp delSp modSp mod">
        <pc:chgData name="MOUNTAKIS CHRISTOS" userId="6d5f53c4-a869-4e1d-8870-d363b4bade81" providerId="ADAL" clId="{91D12A99-389F-FA4F-8A73-2BABF67C0645}" dt="2024-11-09T21:26:24.925" v="1572" actId="962"/>
        <pc:sldMkLst>
          <pc:docMk/>
          <pc:sldMk cId="778936778" sldId="268"/>
        </pc:sldMkLst>
        <pc:spChg chg="mod">
          <ac:chgData name="MOUNTAKIS CHRISTOS" userId="6d5f53c4-a869-4e1d-8870-d363b4bade81" providerId="ADAL" clId="{91D12A99-389F-FA4F-8A73-2BABF67C0645}" dt="2024-11-09T21:25:02.558" v="1557" actId="931"/>
          <ac:spMkLst>
            <pc:docMk/>
            <pc:sldMk cId="778936778" sldId="268"/>
            <ac:spMk id="2" creationId="{4B07EF2D-C440-48D0-42B1-DDB7169FF244}"/>
          </ac:spMkLst>
        </pc:spChg>
        <pc:spChg chg="del mod">
          <ac:chgData name="MOUNTAKIS CHRISTOS" userId="6d5f53c4-a869-4e1d-8870-d363b4bade81" providerId="ADAL" clId="{91D12A99-389F-FA4F-8A73-2BABF67C0645}" dt="2024-11-09T21:26:23.808" v="1570" actId="931"/>
          <ac:spMkLst>
            <pc:docMk/>
            <pc:sldMk cId="778936778" sldId="268"/>
            <ac:spMk id="3" creationId="{73531890-83DD-E0D9-F0AC-98BA9335DE19}"/>
          </ac:spMkLst>
        </pc:spChg>
        <pc:picChg chg="add mod">
          <ac:chgData name="MOUNTAKIS CHRISTOS" userId="6d5f53c4-a869-4e1d-8870-d363b4bade81" providerId="ADAL" clId="{91D12A99-389F-FA4F-8A73-2BABF67C0645}" dt="2024-11-09T21:26:24.925" v="1572" actId="962"/>
          <ac:picMkLst>
            <pc:docMk/>
            <pc:sldMk cId="778936778" sldId="268"/>
            <ac:picMk id="5" creationId="{C9A235AC-0226-B34B-3D05-05C0F9E36E87}"/>
          </ac:picMkLst>
        </pc:picChg>
      </pc:sldChg>
      <pc:sldChg chg="addSp delSp modSp mod">
        <pc:chgData name="MOUNTAKIS CHRISTOS" userId="6d5f53c4-a869-4e1d-8870-d363b4bade81" providerId="ADAL" clId="{91D12A99-389F-FA4F-8A73-2BABF67C0645}" dt="2024-11-09T21:53:42.689" v="4242" actId="14100"/>
        <pc:sldMkLst>
          <pc:docMk/>
          <pc:sldMk cId="4266463142" sldId="269"/>
        </pc:sldMkLst>
        <pc:spChg chg="mod">
          <ac:chgData name="MOUNTAKIS CHRISTOS" userId="6d5f53c4-a869-4e1d-8870-d363b4bade81" providerId="ADAL" clId="{91D12A99-389F-FA4F-8A73-2BABF67C0645}" dt="2024-11-09T21:50:52.098" v="4229" actId="20577"/>
          <ac:spMkLst>
            <pc:docMk/>
            <pc:sldMk cId="4266463142" sldId="269"/>
            <ac:spMk id="2" creationId="{94DCCDF2-B87A-F4A9-3DC2-4BEF619C749F}"/>
          </ac:spMkLst>
        </pc:spChg>
        <pc:spChg chg="del mod">
          <ac:chgData name="MOUNTAKIS CHRISTOS" userId="6d5f53c4-a869-4e1d-8870-d363b4bade81" providerId="ADAL" clId="{91D12A99-389F-FA4F-8A73-2BABF67C0645}" dt="2024-11-09T21:49:13.382" v="4058" actId="931"/>
          <ac:spMkLst>
            <pc:docMk/>
            <pc:sldMk cId="4266463142" sldId="269"/>
            <ac:spMk id="3" creationId="{3095CEBD-3236-4466-A3DB-69A480EF4125}"/>
          </ac:spMkLst>
        </pc:spChg>
        <pc:spChg chg="add del mod">
          <ac:chgData name="MOUNTAKIS CHRISTOS" userId="6d5f53c4-a869-4e1d-8870-d363b4bade81" providerId="ADAL" clId="{91D12A99-389F-FA4F-8A73-2BABF67C0645}" dt="2024-11-09T21:50:45.540" v="4208"/>
          <ac:spMkLst>
            <pc:docMk/>
            <pc:sldMk cId="4266463142" sldId="269"/>
            <ac:spMk id="6" creationId="{2E6114E1-CAF8-EEEC-D28F-81172B6CEEC2}"/>
          </ac:spMkLst>
        </pc:spChg>
        <pc:spChg chg="add mod">
          <ac:chgData name="MOUNTAKIS CHRISTOS" userId="6d5f53c4-a869-4e1d-8870-d363b4bade81" providerId="ADAL" clId="{91D12A99-389F-FA4F-8A73-2BABF67C0645}" dt="2024-11-09T21:50:43.232" v="4206" actId="21"/>
          <ac:spMkLst>
            <pc:docMk/>
            <pc:sldMk cId="4266463142" sldId="269"/>
            <ac:spMk id="8" creationId="{216F114B-7DCE-B842-AB01-E8B4BA9729BE}"/>
          </ac:spMkLst>
        </pc:spChg>
        <pc:spChg chg="add mod">
          <ac:chgData name="MOUNTAKIS CHRISTOS" userId="6d5f53c4-a869-4e1d-8870-d363b4bade81" providerId="ADAL" clId="{91D12A99-389F-FA4F-8A73-2BABF67C0645}" dt="2024-11-09T21:52:56.509" v="4230" actId="767"/>
          <ac:spMkLst>
            <pc:docMk/>
            <pc:sldMk cId="4266463142" sldId="269"/>
            <ac:spMk id="9" creationId="{15B9839B-E4F1-CD9B-8112-0DD2A0DDB6F5}"/>
          </ac:spMkLst>
        </pc:spChg>
        <pc:spChg chg="add mod">
          <ac:chgData name="MOUNTAKIS CHRISTOS" userId="6d5f53c4-a869-4e1d-8870-d363b4bade81" providerId="ADAL" clId="{91D12A99-389F-FA4F-8A73-2BABF67C0645}" dt="2024-11-09T21:53:14.914" v="4235" actId="767"/>
          <ac:spMkLst>
            <pc:docMk/>
            <pc:sldMk cId="4266463142" sldId="269"/>
            <ac:spMk id="12" creationId="{21974A70-A3D7-0132-7691-F3A5C66F34D5}"/>
          </ac:spMkLst>
        </pc:spChg>
        <pc:picChg chg="add del mod">
          <ac:chgData name="MOUNTAKIS CHRISTOS" userId="6d5f53c4-a869-4e1d-8870-d363b4bade81" providerId="ADAL" clId="{91D12A99-389F-FA4F-8A73-2BABF67C0645}" dt="2024-11-09T21:50:43.232" v="4206" actId="21"/>
          <ac:picMkLst>
            <pc:docMk/>
            <pc:sldMk cId="4266463142" sldId="269"/>
            <ac:picMk id="5" creationId="{2D5D2337-77C4-858B-4F83-BF4A78F9AC0A}"/>
          </ac:picMkLst>
        </pc:picChg>
        <pc:picChg chg="add mod">
          <ac:chgData name="MOUNTAKIS CHRISTOS" userId="6d5f53c4-a869-4e1d-8870-d363b4bade81" providerId="ADAL" clId="{91D12A99-389F-FA4F-8A73-2BABF67C0645}" dt="2024-11-09T21:53:04.043" v="4234" actId="1076"/>
          <ac:picMkLst>
            <pc:docMk/>
            <pc:sldMk cId="4266463142" sldId="269"/>
            <ac:picMk id="11" creationId="{89D288A1-9F2D-6B36-5583-54DF525991BA}"/>
          </ac:picMkLst>
        </pc:picChg>
        <pc:picChg chg="add mod">
          <ac:chgData name="MOUNTAKIS CHRISTOS" userId="6d5f53c4-a869-4e1d-8870-d363b4bade81" providerId="ADAL" clId="{91D12A99-389F-FA4F-8A73-2BABF67C0645}" dt="2024-11-09T21:53:42.689" v="4242" actId="14100"/>
          <ac:picMkLst>
            <pc:docMk/>
            <pc:sldMk cId="4266463142" sldId="269"/>
            <ac:picMk id="14" creationId="{DE9AC6F2-43AA-4993-6C4A-31ED9B66F4FC}"/>
          </ac:picMkLst>
        </pc:picChg>
      </pc:sldChg>
      <pc:sldChg chg="addSp delSp modSp new mod">
        <pc:chgData name="MOUNTAKIS CHRISTOS" userId="6d5f53c4-a869-4e1d-8870-d363b4bade81" providerId="ADAL" clId="{91D12A99-389F-FA4F-8A73-2BABF67C0645}" dt="2024-11-09T21:47:11.527" v="4040" actId="20577"/>
        <pc:sldMkLst>
          <pc:docMk/>
          <pc:sldMk cId="3959850518" sldId="270"/>
        </pc:sldMkLst>
        <pc:spChg chg="mod">
          <ac:chgData name="MOUNTAKIS CHRISTOS" userId="6d5f53c4-a869-4e1d-8870-d363b4bade81" providerId="ADAL" clId="{91D12A99-389F-FA4F-8A73-2BABF67C0645}" dt="2024-11-09T21:37:58.912" v="2861" actId="20577"/>
          <ac:spMkLst>
            <pc:docMk/>
            <pc:sldMk cId="3959850518" sldId="270"/>
            <ac:spMk id="2" creationId="{0C7D8179-4C84-5584-2A1F-E8A750015030}"/>
          </ac:spMkLst>
        </pc:spChg>
        <pc:spChg chg="del mod">
          <ac:chgData name="MOUNTAKIS CHRISTOS" userId="6d5f53c4-a869-4e1d-8870-d363b4bade81" providerId="ADAL" clId="{91D12A99-389F-FA4F-8A73-2BABF67C0645}" dt="2024-11-09T21:39:29.583" v="2883" actId="931"/>
          <ac:spMkLst>
            <pc:docMk/>
            <pc:sldMk cId="3959850518" sldId="270"/>
            <ac:spMk id="3" creationId="{87584ACE-B490-6995-6D7A-2D2B80486715}"/>
          </ac:spMkLst>
        </pc:spChg>
        <pc:spChg chg="add del mod">
          <ac:chgData name="MOUNTAKIS CHRISTOS" userId="6d5f53c4-a869-4e1d-8870-d363b4bade81" providerId="ADAL" clId="{91D12A99-389F-FA4F-8A73-2BABF67C0645}" dt="2024-11-09T21:39:59.772" v="2893"/>
          <ac:spMkLst>
            <pc:docMk/>
            <pc:sldMk cId="3959850518" sldId="270"/>
            <ac:spMk id="6" creationId="{461542AC-9354-F091-1B5A-DD17F0E3F210}"/>
          </ac:spMkLst>
        </pc:spChg>
        <pc:spChg chg="add mod">
          <ac:chgData name="MOUNTAKIS CHRISTOS" userId="6d5f53c4-a869-4e1d-8870-d363b4bade81" providerId="ADAL" clId="{91D12A99-389F-FA4F-8A73-2BABF67C0645}" dt="2024-11-09T21:47:11.527" v="4040" actId="20577"/>
          <ac:spMkLst>
            <pc:docMk/>
            <pc:sldMk cId="3959850518" sldId="270"/>
            <ac:spMk id="7" creationId="{DED280B7-0143-046D-34CF-E5D1D041928F}"/>
          </ac:spMkLst>
        </pc:spChg>
        <pc:picChg chg="add mod">
          <ac:chgData name="MOUNTAKIS CHRISTOS" userId="6d5f53c4-a869-4e1d-8870-d363b4bade81" providerId="ADAL" clId="{91D12A99-389F-FA4F-8A73-2BABF67C0645}" dt="2024-11-09T21:39:46.503" v="2890" actId="14100"/>
          <ac:picMkLst>
            <pc:docMk/>
            <pc:sldMk cId="3959850518" sldId="270"/>
            <ac:picMk id="5" creationId="{62B5AB7E-C882-35DF-367B-F47BB76AADA4}"/>
          </ac:picMkLst>
        </pc:picChg>
      </pc:sldChg>
    </pc:docChg>
  </pc:docChgLst>
  <pc:docChgLst>
    <pc:chgData clId="Web-{32DCC661-60B5-5355-62C1-8E0FD39EA4A2}"/>
    <pc:docChg chg="modSld">
      <pc:chgData name="" userId="" providerId="" clId="Web-{32DCC661-60B5-5355-62C1-8E0FD39EA4A2}" dt="2024-11-08T18:37:04.689" v="6" actId="20577"/>
      <pc:docMkLst>
        <pc:docMk/>
      </pc:docMkLst>
      <pc:sldChg chg="modSp">
        <pc:chgData name="" userId="" providerId="" clId="Web-{32DCC661-60B5-5355-62C1-8E0FD39EA4A2}" dt="2024-11-08T18:37:04.689" v="6" actId="20577"/>
        <pc:sldMkLst>
          <pc:docMk/>
          <pc:sldMk cId="2325122232" sldId="256"/>
        </pc:sldMkLst>
        <pc:spChg chg="mod">
          <ac:chgData name="" userId="" providerId="" clId="Web-{32DCC661-60B5-5355-62C1-8E0FD39EA4A2}" dt="2024-11-08T18:37:04.689" v="6" actId="20577"/>
          <ac:spMkLst>
            <pc:docMk/>
            <pc:sldMk cId="2325122232" sldId="256"/>
            <ac:spMk id="2" creationId="{00000000-0000-0000-0000-000000000000}"/>
          </ac:spMkLst>
        </pc:spChg>
      </pc:sldChg>
    </pc:docChg>
  </pc:docChgLst>
  <pc:docChgLst>
    <pc:chgData name="PANTAZIDIS MARGARITIS" userId="S::mpantazidis@o365.uth.gr::f9c15e02-f091-4a3d-920b-01f11c34d742" providerId="AD" clId="Web-{34DC110D-3982-57FA-7CF7-99719F0864E6}"/>
    <pc:docChg chg="addSld modSld">
      <pc:chgData name="PANTAZIDIS MARGARITIS" userId="S::mpantazidis@o365.uth.gr::f9c15e02-f091-4a3d-920b-01f11c34d742" providerId="AD" clId="Web-{34DC110D-3982-57FA-7CF7-99719F0864E6}" dt="2024-11-09T21:52:40.930" v="578" actId="20577"/>
      <pc:docMkLst>
        <pc:docMk/>
      </pc:docMkLst>
      <pc:sldChg chg="addSp modSp">
        <pc:chgData name="PANTAZIDIS MARGARITIS" userId="S::mpantazidis@o365.uth.gr::f9c15e02-f091-4a3d-920b-01f11c34d742" providerId="AD" clId="Web-{34DC110D-3982-57FA-7CF7-99719F0864E6}" dt="2024-11-09T21:24:20.785" v="130" actId="1076"/>
        <pc:sldMkLst>
          <pc:docMk/>
          <pc:sldMk cId="4184612467" sldId="257"/>
        </pc:sldMkLst>
        <pc:spChg chg="mod">
          <ac:chgData name="PANTAZIDIS MARGARITIS" userId="S::mpantazidis@o365.uth.gr::f9c15e02-f091-4a3d-920b-01f11c34d742" providerId="AD" clId="Web-{34DC110D-3982-57FA-7CF7-99719F0864E6}" dt="2024-11-09T21:24:16.113" v="129" actId="1076"/>
          <ac:spMkLst>
            <pc:docMk/>
            <pc:sldMk cId="4184612467" sldId="257"/>
            <ac:spMk id="3" creationId="{699711CD-B60A-ECF4-FF1B-6C43EE495E73}"/>
          </ac:spMkLst>
        </pc:spChg>
        <pc:picChg chg="add mod">
          <ac:chgData name="PANTAZIDIS MARGARITIS" userId="S::mpantazidis@o365.uth.gr::f9c15e02-f091-4a3d-920b-01f11c34d742" providerId="AD" clId="Web-{34DC110D-3982-57FA-7CF7-99719F0864E6}" dt="2024-11-09T21:24:20.785" v="130" actId="1076"/>
          <ac:picMkLst>
            <pc:docMk/>
            <pc:sldMk cId="4184612467" sldId="257"/>
            <ac:picMk id="4" creationId="{F7CF084C-1DD1-7295-1652-CB921463F3D3}"/>
          </ac:picMkLst>
        </pc:picChg>
      </pc:sldChg>
      <pc:sldChg chg="addSp delSp modSp new">
        <pc:chgData name="PANTAZIDIS MARGARITIS" userId="S::mpantazidis@o365.uth.gr::f9c15e02-f091-4a3d-920b-01f11c34d742" providerId="AD" clId="Web-{34DC110D-3982-57FA-7CF7-99719F0864E6}" dt="2024-11-09T21:51:12.535" v="440" actId="1076"/>
        <pc:sldMkLst>
          <pc:docMk/>
          <pc:sldMk cId="778936778" sldId="268"/>
        </pc:sldMkLst>
        <pc:spChg chg="mod">
          <ac:chgData name="PANTAZIDIS MARGARITIS" userId="S::mpantazidis@o365.uth.gr::f9c15e02-f091-4a3d-920b-01f11c34d742" providerId="AD" clId="Web-{34DC110D-3982-57FA-7CF7-99719F0864E6}" dt="2024-11-09T21:31:16.976" v="434" actId="20577"/>
          <ac:spMkLst>
            <pc:docMk/>
            <pc:sldMk cId="778936778" sldId="268"/>
            <ac:spMk id="2" creationId="{4B07EF2D-C440-48D0-42B1-DDB7169FF244}"/>
          </ac:spMkLst>
        </pc:spChg>
        <pc:spChg chg="mod">
          <ac:chgData name="PANTAZIDIS MARGARITIS" userId="S::mpantazidis@o365.uth.gr::f9c15e02-f091-4a3d-920b-01f11c34d742" providerId="AD" clId="Web-{34DC110D-3982-57FA-7CF7-99719F0864E6}" dt="2024-11-09T21:25:20.725" v="162" actId="14100"/>
          <ac:spMkLst>
            <pc:docMk/>
            <pc:sldMk cId="778936778" sldId="268"/>
            <ac:spMk id="3" creationId="{73531890-83DD-E0D9-F0AC-98BA9335DE19}"/>
          </ac:spMkLst>
        </pc:spChg>
        <pc:spChg chg="add del mod">
          <ac:chgData name="PANTAZIDIS MARGARITIS" userId="S::mpantazidis@o365.uth.gr::f9c15e02-f091-4a3d-920b-01f11c34d742" providerId="AD" clId="Web-{34DC110D-3982-57FA-7CF7-99719F0864E6}" dt="2024-11-09T21:26:47.229" v="165"/>
          <ac:spMkLst>
            <pc:docMk/>
            <pc:sldMk cId="778936778" sldId="268"/>
            <ac:spMk id="6" creationId="{6841F043-850A-2A2A-290D-D139FE20037A}"/>
          </ac:spMkLst>
        </pc:spChg>
        <pc:spChg chg="add del mod">
          <ac:chgData name="PANTAZIDIS MARGARITIS" userId="S::mpantazidis@o365.uth.gr::f9c15e02-f091-4a3d-920b-01f11c34d742" providerId="AD" clId="Web-{34DC110D-3982-57FA-7CF7-99719F0864E6}" dt="2024-11-09T21:27:02.855" v="171"/>
          <ac:spMkLst>
            <pc:docMk/>
            <pc:sldMk cId="778936778" sldId="268"/>
            <ac:spMk id="9" creationId="{0DFD0070-B795-255D-6E8D-18A7837C6BAC}"/>
          </ac:spMkLst>
        </pc:spChg>
        <pc:spChg chg="add del mod">
          <ac:chgData name="PANTAZIDIS MARGARITIS" userId="S::mpantazidis@o365.uth.gr::f9c15e02-f091-4a3d-920b-01f11c34d742" providerId="AD" clId="Web-{34DC110D-3982-57FA-7CF7-99719F0864E6}" dt="2024-11-09T21:27:31.356" v="179"/>
          <ac:spMkLst>
            <pc:docMk/>
            <pc:sldMk cId="778936778" sldId="268"/>
            <ac:spMk id="11" creationId="{DF2D0245-D73D-C131-0953-98245536D326}"/>
          </ac:spMkLst>
        </pc:spChg>
        <pc:spChg chg="add mod">
          <ac:chgData name="PANTAZIDIS MARGARITIS" userId="S::mpantazidis@o365.uth.gr::f9c15e02-f091-4a3d-920b-01f11c34d742" providerId="AD" clId="Web-{34DC110D-3982-57FA-7CF7-99719F0864E6}" dt="2024-11-09T21:51:12.535" v="440" actId="1076"/>
          <ac:spMkLst>
            <pc:docMk/>
            <pc:sldMk cId="778936778" sldId="268"/>
            <ac:spMk id="12" creationId="{50D2221E-FD3B-7F4C-1FD1-EA31FB22B420}"/>
          </ac:spMkLst>
        </pc:spChg>
        <pc:picChg chg="del">
          <ac:chgData name="PANTAZIDIS MARGARITIS" userId="S::mpantazidis@o365.uth.gr::f9c15e02-f091-4a3d-920b-01f11c34d742" providerId="AD" clId="Web-{34DC110D-3982-57FA-7CF7-99719F0864E6}" dt="2024-11-09T21:26:39.135" v="163"/>
          <ac:picMkLst>
            <pc:docMk/>
            <pc:sldMk cId="778936778" sldId="268"/>
            <ac:picMk id="5" creationId="{C9A235AC-0226-B34B-3D05-05C0F9E36E87}"/>
          </ac:picMkLst>
        </pc:picChg>
        <pc:picChg chg="add del mod ord">
          <ac:chgData name="PANTAZIDIS MARGARITIS" userId="S::mpantazidis@o365.uth.gr::f9c15e02-f091-4a3d-920b-01f11c34d742" providerId="AD" clId="Web-{34DC110D-3982-57FA-7CF7-99719F0864E6}" dt="2024-11-09T21:26:55.917" v="168"/>
          <ac:picMkLst>
            <pc:docMk/>
            <pc:sldMk cId="778936778" sldId="268"/>
            <ac:picMk id="7" creationId="{F0FA066D-1054-6C55-5823-4C4CB5C14B9B}"/>
          </ac:picMkLst>
        </pc:picChg>
        <pc:picChg chg="add mod ord">
          <ac:chgData name="PANTAZIDIS MARGARITIS" userId="S::mpantazidis@o365.uth.gr::f9c15e02-f091-4a3d-920b-01f11c34d742" providerId="AD" clId="Web-{34DC110D-3982-57FA-7CF7-99719F0864E6}" dt="2024-11-09T21:50:55.769" v="435" actId="1076"/>
          <ac:picMkLst>
            <pc:docMk/>
            <pc:sldMk cId="778936778" sldId="268"/>
            <ac:picMk id="10" creationId="{E42C0D05-B5E0-DB4A-71CF-400625BB0602}"/>
          </ac:picMkLst>
        </pc:picChg>
        <pc:picChg chg="add mod">
          <ac:chgData name="PANTAZIDIS MARGARITIS" userId="S::mpantazidis@o365.uth.gr::f9c15e02-f091-4a3d-920b-01f11c34d742" providerId="AD" clId="Web-{34DC110D-3982-57FA-7CF7-99719F0864E6}" dt="2024-11-09T21:51:04.831" v="439" actId="14100"/>
          <ac:picMkLst>
            <pc:docMk/>
            <pc:sldMk cId="778936778" sldId="268"/>
            <ac:picMk id="13" creationId="{A9A6F5B2-EA07-551A-DC71-FECF74CAC6F5}"/>
          </ac:picMkLst>
        </pc:picChg>
      </pc:sldChg>
      <pc:sldChg chg="modSp new">
        <pc:chgData name="PANTAZIDIS MARGARITIS" userId="S::mpantazidis@o365.uth.gr::f9c15e02-f091-4a3d-920b-01f11c34d742" providerId="AD" clId="Web-{34DC110D-3982-57FA-7CF7-99719F0864E6}" dt="2024-11-09T21:52:40.930" v="578" actId="20577"/>
        <pc:sldMkLst>
          <pc:docMk/>
          <pc:sldMk cId="4266463142" sldId="269"/>
        </pc:sldMkLst>
        <pc:spChg chg="mod">
          <ac:chgData name="PANTAZIDIS MARGARITIS" userId="S::mpantazidis@o365.uth.gr::f9c15e02-f091-4a3d-920b-01f11c34d742" providerId="AD" clId="Web-{34DC110D-3982-57FA-7CF7-99719F0864E6}" dt="2024-11-09T21:51:23.442" v="445" actId="20577"/>
          <ac:spMkLst>
            <pc:docMk/>
            <pc:sldMk cId="4266463142" sldId="269"/>
            <ac:spMk id="2" creationId="{94DCCDF2-B87A-F4A9-3DC2-4BEF619C749F}"/>
          </ac:spMkLst>
        </pc:spChg>
        <pc:spChg chg="mod">
          <ac:chgData name="PANTAZIDIS MARGARITIS" userId="S::mpantazidis@o365.uth.gr::f9c15e02-f091-4a3d-920b-01f11c34d742" providerId="AD" clId="Web-{34DC110D-3982-57FA-7CF7-99719F0864E6}" dt="2024-11-09T21:52:40.930" v="578" actId="20577"/>
          <ac:spMkLst>
            <pc:docMk/>
            <pc:sldMk cId="4266463142" sldId="269"/>
            <ac:spMk id="8" creationId="{216F114B-7DCE-B842-AB01-E8B4BA9729B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t>9/11/2024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1975687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t>9/11/2024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3235862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t>9/11/2024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1359469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t>9/11/2024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424105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8526F0F3-3C53-41BC-8FFD-0BFB6DD91672}" type="datetimeFigureOut">
              <a:rPr lang="el-GR" smtClean="0"/>
              <a:t>9/11/2024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2650387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8526F0F3-3C53-41BC-8FFD-0BFB6DD91672}" type="datetimeFigureOut">
              <a:rPr lang="el-GR" smtClean="0"/>
              <a:t>9/11/2024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2997914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8526F0F3-3C53-41BC-8FFD-0BFB6DD91672}" type="datetimeFigureOut">
              <a:rPr lang="el-GR" smtClean="0"/>
              <a:t>9/11/2024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217584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t>9/11/2024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179947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t>9/11/2024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1473159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t>9/11/2024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380166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t>9/11/2024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t>‹#›</a:t>
            </a:fld>
            <a:endParaRPr lang="el-GR"/>
          </a:p>
        </p:txBody>
      </p:sp>
    </p:spTree>
    <p:extLst>
      <p:ext uri="{BB962C8B-B14F-4D97-AF65-F5344CB8AC3E}">
        <p14:creationId xmlns:p14="http://schemas.microsoft.com/office/powerpoint/2010/main" val="2938526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26F0F3-3C53-41BC-8FFD-0BFB6DD91672}" type="datetimeFigureOut">
              <a:rPr lang="el-GR" smtClean="0"/>
              <a:t>9/11/2024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D45B6D-1AE9-4C4D-AC38-C455C96DF37A}" type="slidenum">
              <a:rPr lang="el-GR" smtClean="0"/>
              <a:t>‹#›</a:t>
            </a:fld>
            <a:endParaRPr lang="el-GR"/>
          </a:p>
        </p:txBody>
      </p:sp>
    </p:spTree>
    <p:extLst>
      <p:ext uri="{BB962C8B-B14F-4D97-AF65-F5344CB8AC3E}">
        <p14:creationId xmlns:p14="http://schemas.microsoft.com/office/powerpoint/2010/main" val="1281708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ctrTitle"/>
          </p:nvPr>
        </p:nvSpPr>
        <p:spPr/>
        <p:txBody>
          <a:bodyPr>
            <a:normAutofit fontScale="90000"/>
          </a:bodyPr>
          <a:lstStyle/>
          <a:p>
            <a:r>
              <a:rPr lang="el-GR"/>
              <a:t>ΤΑΥΤΟΧΡΟΝΟΣ ΠΡΟΓΡΑΜΜΑΤΙΣΜΟΣ</a:t>
            </a:r>
            <a:br>
              <a:rPr lang="el-GR"/>
            </a:br>
            <a:r>
              <a:rPr lang="el-GR"/>
              <a:t>ΕΡΓΑΣΙΑ 2</a:t>
            </a:r>
          </a:p>
        </p:txBody>
      </p:sp>
      <p:sp>
        <p:nvSpPr>
          <p:cNvPr id="3" name="Υπότιτλος 2"/>
          <p:cNvSpPr>
            <a:spLocks noGrp="1"/>
          </p:cNvSpPr>
          <p:nvPr>
            <p:ph type="subTitle" idx="1"/>
          </p:nvPr>
        </p:nvSpPr>
        <p:spPr>
          <a:xfrm>
            <a:off x="1524000" y="3894311"/>
            <a:ext cx="9144000" cy="1363489"/>
          </a:xfrm>
        </p:spPr>
        <p:txBody>
          <a:bodyPr vert="horz" lIns="91440" tIns="45720" rIns="91440" bIns="45720" rtlCol="0" anchor="t">
            <a:normAutofit/>
          </a:bodyPr>
          <a:lstStyle/>
          <a:p>
            <a:r>
              <a:rPr lang="el-GR"/>
              <a:t>Νικολαΐδης Απόστολος</a:t>
            </a:r>
          </a:p>
          <a:p>
            <a:r>
              <a:rPr lang="el-GR" err="1"/>
              <a:t>Πανταζίδης</a:t>
            </a:r>
            <a:r>
              <a:rPr lang="el-GR"/>
              <a:t> Μαργαρίτης </a:t>
            </a:r>
          </a:p>
          <a:p>
            <a:r>
              <a:rPr lang="el-GR" err="1"/>
              <a:t>Μουντάκης</a:t>
            </a:r>
            <a:r>
              <a:rPr lang="el-GR"/>
              <a:t> Χρήστος</a:t>
            </a:r>
          </a:p>
        </p:txBody>
      </p:sp>
    </p:spTree>
    <p:extLst>
      <p:ext uri="{BB962C8B-B14F-4D97-AF65-F5344CB8AC3E}">
        <p14:creationId xmlns:p14="http://schemas.microsoft.com/office/powerpoint/2010/main" val="2325122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D9CCF86-92FC-30DC-0302-746440FB4E0E}"/>
              </a:ext>
            </a:extLst>
          </p:cNvPr>
          <p:cNvSpPr>
            <a:spLocks noGrp="1"/>
          </p:cNvSpPr>
          <p:nvPr>
            <p:ph type="title"/>
          </p:nvPr>
        </p:nvSpPr>
        <p:spPr/>
        <p:txBody>
          <a:bodyPr/>
          <a:lstStyle/>
          <a:p>
            <a:pPr algn="ctr"/>
            <a:r>
              <a:rPr lang="el-GR"/>
              <a:t>ΑΣΚΗΣΗ 1</a:t>
            </a:r>
          </a:p>
        </p:txBody>
      </p:sp>
      <p:sp>
        <p:nvSpPr>
          <p:cNvPr id="3" name="Θέση περιεχομένου 2">
            <a:extLst>
              <a:ext uri="{FF2B5EF4-FFF2-40B4-BE49-F238E27FC236}">
                <a16:creationId xmlns:a16="http://schemas.microsoft.com/office/drawing/2014/main" id="{699711CD-B60A-ECF4-FF1B-6C43EE495E73}"/>
              </a:ext>
            </a:extLst>
          </p:cNvPr>
          <p:cNvSpPr>
            <a:spLocks noGrp="1"/>
          </p:cNvSpPr>
          <p:nvPr>
            <p:ph idx="1"/>
          </p:nvPr>
        </p:nvSpPr>
        <p:spPr>
          <a:xfrm>
            <a:off x="1044388" y="2399366"/>
            <a:ext cx="10515600" cy="905509"/>
          </a:xfrm>
        </p:spPr>
        <p:txBody>
          <a:bodyPr vert="horz" lIns="91440" tIns="45720" rIns="91440" bIns="45720" rtlCol="0" anchor="t">
            <a:normAutofit/>
          </a:bodyPr>
          <a:lstStyle/>
          <a:p>
            <a:r>
              <a:rPr lang="en-US" sz="2400" err="1"/>
              <a:t>Στόχος</a:t>
            </a:r>
            <a:r>
              <a:rPr lang="en-US" sz="2400"/>
              <a:t> </a:t>
            </a:r>
            <a:r>
              <a:rPr lang="en-US" sz="2400" err="1"/>
              <a:t>της</a:t>
            </a:r>
            <a:r>
              <a:rPr lang="en-US" sz="2400"/>
              <a:t> </a:t>
            </a:r>
            <a:r>
              <a:rPr lang="en-US" sz="2400" err="1"/>
              <a:t>άσκησης</a:t>
            </a:r>
            <a:r>
              <a:rPr lang="en-US" sz="2400"/>
              <a:t> 1 </a:t>
            </a:r>
            <a:r>
              <a:rPr lang="en-US" sz="2400" err="1"/>
              <a:t>είν</a:t>
            </a:r>
            <a:r>
              <a:rPr lang="en-US" sz="2400"/>
              <a:t>αι η </a:t>
            </a:r>
            <a:r>
              <a:rPr lang="en-US" sz="2400" err="1"/>
              <a:t>υλο</a:t>
            </a:r>
            <a:r>
              <a:rPr lang="en-US" sz="2400"/>
              <a:t>π</a:t>
            </a:r>
            <a:r>
              <a:rPr lang="en-US" sz="2400" err="1"/>
              <a:t>οίηση</a:t>
            </a:r>
            <a:r>
              <a:rPr lang="en-US" sz="2400"/>
              <a:t> βιβ</a:t>
            </a:r>
            <a:r>
              <a:rPr lang="en-US" sz="2400" err="1"/>
              <a:t>λιοθήκης</a:t>
            </a:r>
            <a:r>
              <a:rPr lang="en-US" sz="2400"/>
              <a:t> π</a:t>
            </a:r>
            <a:r>
              <a:rPr lang="en-US" sz="2400" err="1"/>
              <a:t>ου</a:t>
            </a:r>
            <a:r>
              <a:rPr lang="en-US" sz="2400"/>
              <a:t> πα</a:t>
            </a:r>
            <a:r>
              <a:rPr lang="en-US" sz="2400" err="1"/>
              <a:t>ρέχει</a:t>
            </a:r>
            <a:r>
              <a:rPr lang="en-US" sz="2400"/>
              <a:t> </a:t>
            </a:r>
            <a:r>
              <a:rPr lang="en-US" sz="2400" err="1"/>
              <a:t>λειτουργί</a:t>
            </a:r>
            <a:r>
              <a:rPr lang="en-US" sz="2400"/>
              <a:t>α </a:t>
            </a:r>
            <a:r>
              <a:rPr lang="en-US" sz="2400" err="1"/>
              <a:t>δυ</a:t>
            </a:r>
            <a:r>
              <a:rPr lang="en-US" sz="2400"/>
              <a:t>α</a:t>
            </a:r>
            <a:r>
              <a:rPr lang="en-US" sz="2400" err="1"/>
              <a:t>δικών</a:t>
            </a:r>
            <a:r>
              <a:rPr lang="en-US" sz="2400"/>
              <a:t> </a:t>
            </a:r>
            <a:r>
              <a:rPr lang="en-US" sz="2400" err="1"/>
              <a:t>σημ</a:t>
            </a:r>
            <a:r>
              <a:rPr lang="en-US" sz="2400"/>
              <a:t>α</a:t>
            </a:r>
            <a:r>
              <a:rPr lang="en-US" sz="2400" err="1"/>
              <a:t>τοφόρων</a:t>
            </a:r>
            <a:r>
              <a:rPr lang="en-US" sz="2400"/>
              <a:t> </a:t>
            </a:r>
            <a:r>
              <a:rPr lang="en-US" sz="2400" err="1"/>
              <a:t>γι</a:t>
            </a:r>
            <a:r>
              <a:rPr lang="en-US" sz="2400"/>
              <a:t>α </a:t>
            </a:r>
            <a:r>
              <a:rPr lang="en-US" sz="2400" err="1"/>
              <a:t>τις</a:t>
            </a:r>
            <a:r>
              <a:rPr lang="en-US" sz="2400"/>
              <a:t> επ</a:t>
            </a:r>
            <a:r>
              <a:rPr lang="en-US" sz="2400" err="1"/>
              <a:t>όμενες</a:t>
            </a:r>
            <a:r>
              <a:rPr lang="en-US" sz="2400"/>
              <a:t> α</a:t>
            </a:r>
            <a:r>
              <a:rPr lang="en-US" sz="2400" err="1"/>
              <a:t>σκήσεις</a:t>
            </a:r>
            <a:r>
              <a:rPr lang="en-US" sz="2400"/>
              <a:t>. </a:t>
            </a:r>
          </a:p>
        </p:txBody>
      </p:sp>
      <p:pic>
        <p:nvPicPr>
          <p:cNvPr id="4" name="Εικόνα 3" descr="Εικόνα που περιέχει κείμενο, στιγμιότυπο οθόνης, γραμματοσειρά, αριθμός&#10;&#10;Περιγραφή που δημιουργήθηκε αυτόματα">
            <a:extLst>
              <a:ext uri="{FF2B5EF4-FFF2-40B4-BE49-F238E27FC236}">
                <a16:creationId xmlns:a16="http://schemas.microsoft.com/office/drawing/2014/main" id="{F7CF084C-1DD1-7295-1652-CB921463F3D3}"/>
              </a:ext>
            </a:extLst>
          </p:cNvPr>
          <p:cNvPicPr>
            <a:picLocks noChangeAspect="1"/>
          </p:cNvPicPr>
          <p:nvPr/>
        </p:nvPicPr>
        <p:blipFill>
          <a:blip r:embed="rId2"/>
          <a:stretch>
            <a:fillRect/>
          </a:stretch>
        </p:blipFill>
        <p:spPr>
          <a:xfrm>
            <a:off x="2338387" y="3894240"/>
            <a:ext cx="7515225" cy="1552575"/>
          </a:xfrm>
          <a:prstGeom prst="rect">
            <a:avLst/>
          </a:prstGeom>
        </p:spPr>
      </p:pic>
    </p:spTree>
    <p:extLst>
      <p:ext uri="{BB962C8B-B14F-4D97-AF65-F5344CB8AC3E}">
        <p14:creationId xmlns:p14="http://schemas.microsoft.com/office/powerpoint/2010/main" val="4184612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B07EF2D-C440-48D0-42B1-DDB7169FF244}"/>
              </a:ext>
            </a:extLst>
          </p:cNvPr>
          <p:cNvSpPr>
            <a:spLocks noGrp="1"/>
          </p:cNvSpPr>
          <p:nvPr>
            <p:ph type="title"/>
          </p:nvPr>
        </p:nvSpPr>
        <p:spPr/>
        <p:txBody>
          <a:bodyPr/>
          <a:lstStyle/>
          <a:p>
            <a:pPr algn="ctr"/>
            <a:r>
              <a:rPr lang="el-GR" err="1"/>
              <a:t>mysem_init</a:t>
            </a:r>
            <a:r>
              <a:rPr lang="el-GR"/>
              <a:t> – </a:t>
            </a:r>
            <a:r>
              <a:rPr lang="el-GR" err="1"/>
              <a:t>mysem_destroy</a:t>
            </a:r>
          </a:p>
        </p:txBody>
      </p:sp>
      <p:pic>
        <p:nvPicPr>
          <p:cNvPr id="10" name="Θέση περιεχομένου 9" descr="Εικόνα που περιέχει κείμενο, στιγμιότυπο οθόνης, λογισμικό&#10;&#10;Περιγραφή που δημιουργήθηκε αυτόματα">
            <a:extLst>
              <a:ext uri="{FF2B5EF4-FFF2-40B4-BE49-F238E27FC236}">
                <a16:creationId xmlns:a16="http://schemas.microsoft.com/office/drawing/2014/main" id="{E42C0D05-B5E0-DB4A-71CF-400625BB0602}"/>
              </a:ext>
            </a:extLst>
          </p:cNvPr>
          <p:cNvPicPr>
            <a:picLocks noGrp="1" noChangeAspect="1"/>
          </p:cNvPicPr>
          <p:nvPr>
            <p:ph idx="1"/>
          </p:nvPr>
        </p:nvPicPr>
        <p:blipFill>
          <a:blip r:embed="rId2"/>
          <a:stretch>
            <a:fillRect/>
          </a:stretch>
        </p:blipFill>
        <p:spPr>
          <a:xfrm>
            <a:off x="321257" y="1785520"/>
            <a:ext cx="2726326" cy="4371390"/>
          </a:xfrm>
        </p:spPr>
      </p:pic>
      <p:sp>
        <p:nvSpPr>
          <p:cNvPr id="12" name="TextBox 11">
            <a:extLst>
              <a:ext uri="{FF2B5EF4-FFF2-40B4-BE49-F238E27FC236}">
                <a16:creationId xmlns:a16="http://schemas.microsoft.com/office/drawing/2014/main" id="{50D2221E-FD3B-7F4C-1FD1-EA31FB22B420}"/>
              </a:ext>
            </a:extLst>
          </p:cNvPr>
          <p:cNvSpPr txBox="1"/>
          <p:nvPr/>
        </p:nvSpPr>
        <p:spPr>
          <a:xfrm>
            <a:off x="6436894" y="2356184"/>
            <a:ext cx="515352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2400"/>
              <a:t>Η σημαντική επιπρόσθετη </a:t>
            </a:r>
            <a:r>
              <a:rPr lang="el-GR" sz="2400" err="1"/>
              <a:t>λεπτομέρια</a:t>
            </a:r>
            <a:r>
              <a:rPr lang="el-GR" sz="2400"/>
              <a:t> για την ορθή λειτουργία της συνάρτησης που αξίζει να σημειωθεί είναι η χρήση του </a:t>
            </a:r>
            <a:r>
              <a:rPr lang="el-GR" sz="2400" err="1"/>
              <a:t>mutex</a:t>
            </a:r>
            <a:r>
              <a:rPr lang="el-GR" sz="2400"/>
              <a:t> για την ατομική αρχικοποίηση σηματοφόρων από το πρόγραμμα. Ομοίως και για την </a:t>
            </a:r>
            <a:r>
              <a:rPr lang="el-GR" sz="2400" err="1"/>
              <a:t>mysem_destroy</a:t>
            </a:r>
            <a:r>
              <a:rPr lang="el-GR" sz="2400"/>
              <a:t>.</a:t>
            </a:r>
          </a:p>
        </p:txBody>
      </p:sp>
      <p:pic>
        <p:nvPicPr>
          <p:cNvPr id="13" name="Εικόνα 12" descr="Εικόνα που περιέχει κείμενο, στιγμιότυπο οθόνης, γραμματοσειρά&#10;&#10;Περιγραφή που δημιουργήθηκε αυτόματα">
            <a:extLst>
              <a:ext uri="{FF2B5EF4-FFF2-40B4-BE49-F238E27FC236}">
                <a16:creationId xmlns:a16="http://schemas.microsoft.com/office/drawing/2014/main" id="{A9A6F5B2-EA07-551A-DC71-FECF74CAC6F5}"/>
              </a:ext>
            </a:extLst>
          </p:cNvPr>
          <p:cNvPicPr>
            <a:picLocks noChangeAspect="1"/>
          </p:cNvPicPr>
          <p:nvPr/>
        </p:nvPicPr>
        <p:blipFill>
          <a:blip r:embed="rId3"/>
          <a:stretch>
            <a:fillRect/>
          </a:stretch>
        </p:blipFill>
        <p:spPr>
          <a:xfrm>
            <a:off x="3179596" y="1782178"/>
            <a:ext cx="2905125" cy="4376486"/>
          </a:xfrm>
          <a:prstGeom prst="rect">
            <a:avLst/>
          </a:prstGeom>
        </p:spPr>
      </p:pic>
    </p:spTree>
    <p:extLst>
      <p:ext uri="{BB962C8B-B14F-4D97-AF65-F5344CB8AC3E}">
        <p14:creationId xmlns:p14="http://schemas.microsoft.com/office/powerpoint/2010/main" val="778936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DCCDF2-B87A-F4A9-3DC2-4BEF619C749F}"/>
              </a:ext>
            </a:extLst>
          </p:cNvPr>
          <p:cNvSpPr>
            <a:spLocks noGrp="1"/>
          </p:cNvSpPr>
          <p:nvPr>
            <p:ph type="title"/>
          </p:nvPr>
        </p:nvSpPr>
        <p:spPr/>
        <p:txBody>
          <a:bodyPr/>
          <a:lstStyle/>
          <a:p>
            <a:pPr algn="ctr"/>
            <a:r>
              <a:rPr lang="el-GR" err="1"/>
              <a:t>mysem</a:t>
            </a:r>
            <a:r>
              <a:rPr lang="el-GR"/>
              <a:t>_</a:t>
            </a:r>
            <a:r>
              <a:rPr lang="en-US"/>
              <a:t>up-</a:t>
            </a:r>
            <a:r>
              <a:rPr lang="en-US" err="1"/>
              <a:t>mysem_down</a:t>
            </a:r>
            <a:endParaRPr lang="el-GR" err="1"/>
          </a:p>
        </p:txBody>
      </p:sp>
      <p:sp>
        <p:nvSpPr>
          <p:cNvPr id="8" name="Content Placeholder 7">
            <a:extLst>
              <a:ext uri="{FF2B5EF4-FFF2-40B4-BE49-F238E27FC236}">
                <a16:creationId xmlns:a16="http://schemas.microsoft.com/office/drawing/2014/main" id="{216F114B-7DCE-B842-AB01-E8B4BA9729BE}"/>
              </a:ext>
            </a:extLst>
          </p:cNvPr>
          <p:cNvSpPr>
            <a:spLocks noGrp="1"/>
          </p:cNvSpPr>
          <p:nvPr>
            <p:ph idx="1"/>
          </p:nvPr>
        </p:nvSpPr>
        <p:spPr>
          <a:xfrm>
            <a:off x="838200" y="1825625"/>
            <a:ext cx="3667627" cy="4351338"/>
          </a:xfrm>
        </p:spPr>
        <p:txBody>
          <a:bodyPr vert="horz" lIns="91440" tIns="45720" rIns="91440" bIns="45720" rtlCol="0" anchor="t">
            <a:normAutofit/>
          </a:bodyPr>
          <a:lstStyle/>
          <a:p>
            <a:r>
              <a:rPr lang="en-GR"/>
              <a:t>Όπως προαναφέραμε πέρα από την τυπική χρήση των συναρτήσεων των σηματοφόρων έτσι και στην up έχουμε ανάγκη για χρήση mutex με σκοπό την ατομική εκτέλεση των λειτουργιών</a:t>
            </a:r>
          </a:p>
        </p:txBody>
      </p:sp>
      <p:sp>
        <p:nvSpPr>
          <p:cNvPr id="9" name="TextBox 8">
            <a:extLst>
              <a:ext uri="{FF2B5EF4-FFF2-40B4-BE49-F238E27FC236}">
                <a16:creationId xmlns:a16="http://schemas.microsoft.com/office/drawing/2014/main" id="{15B9839B-E4F1-CD9B-8112-0DD2A0DDB6F5}"/>
              </a:ext>
            </a:extLst>
          </p:cNvPr>
          <p:cNvSpPr txBox="1"/>
          <p:nvPr/>
        </p:nvSpPr>
        <p:spPr>
          <a:xfrm>
            <a:off x="5776332" y="1690688"/>
            <a:ext cx="3824868" cy="2424112"/>
          </a:xfrm>
          <a:prstGeom prst="rect">
            <a:avLst/>
          </a:prstGeom>
          <a:noFill/>
        </p:spPr>
        <p:txBody>
          <a:bodyPr wrap="square" rtlCol="0">
            <a:spAutoFit/>
          </a:bodyPr>
          <a:lstStyle/>
          <a:p>
            <a:endParaRPr lang="en-GR"/>
          </a:p>
        </p:txBody>
      </p:sp>
      <p:pic>
        <p:nvPicPr>
          <p:cNvPr id="11" name="Picture 10" descr="A computer screen shot of code&#10;&#10;Description automatically generated">
            <a:extLst>
              <a:ext uri="{FF2B5EF4-FFF2-40B4-BE49-F238E27FC236}">
                <a16:creationId xmlns:a16="http://schemas.microsoft.com/office/drawing/2014/main" id="{89D288A1-9F2D-6B36-5583-54DF52599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5396" y="1825625"/>
            <a:ext cx="3568700" cy="3479800"/>
          </a:xfrm>
          <a:prstGeom prst="rect">
            <a:avLst/>
          </a:prstGeom>
        </p:spPr>
      </p:pic>
      <p:sp>
        <p:nvSpPr>
          <p:cNvPr id="12" name="TextBox 11">
            <a:extLst>
              <a:ext uri="{FF2B5EF4-FFF2-40B4-BE49-F238E27FC236}">
                <a16:creationId xmlns:a16="http://schemas.microsoft.com/office/drawing/2014/main" id="{21974A70-A3D7-0132-7691-F3A5C66F34D5}"/>
              </a:ext>
            </a:extLst>
          </p:cNvPr>
          <p:cNvSpPr txBox="1"/>
          <p:nvPr/>
        </p:nvSpPr>
        <p:spPr>
          <a:xfrm>
            <a:off x="8965580" y="1825625"/>
            <a:ext cx="2787805" cy="3471204"/>
          </a:xfrm>
          <a:prstGeom prst="rect">
            <a:avLst/>
          </a:prstGeom>
          <a:noFill/>
        </p:spPr>
        <p:txBody>
          <a:bodyPr wrap="square" rtlCol="0">
            <a:spAutoFit/>
          </a:bodyPr>
          <a:lstStyle/>
          <a:p>
            <a:endParaRPr lang="en-GR"/>
          </a:p>
        </p:txBody>
      </p:sp>
      <p:pic>
        <p:nvPicPr>
          <p:cNvPr id="14" name="Picture 13" descr="A screen shot of a computer code&#10;&#10;Description automatically generated">
            <a:extLst>
              <a:ext uri="{FF2B5EF4-FFF2-40B4-BE49-F238E27FC236}">
                <a16:creationId xmlns:a16="http://schemas.microsoft.com/office/drawing/2014/main" id="{DE9AC6F2-43AA-4993-6C4A-31ED9B66F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2584" y="1552575"/>
            <a:ext cx="3746500" cy="4351338"/>
          </a:xfrm>
          <a:prstGeom prst="rect">
            <a:avLst/>
          </a:prstGeom>
        </p:spPr>
      </p:pic>
    </p:spTree>
    <p:extLst>
      <p:ext uri="{BB962C8B-B14F-4D97-AF65-F5344CB8AC3E}">
        <p14:creationId xmlns:p14="http://schemas.microsoft.com/office/powerpoint/2010/main" val="4266463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45940CC-9593-B062-F087-5DA8758D19BD}"/>
              </a:ext>
            </a:extLst>
          </p:cNvPr>
          <p:cNvSpPr>
            <a:spLocks noGrp="1"/>
          </p:cNvSpPr>
          <p:nvPr>
            <p:ph type="title"/>
          </p:nvPr>
        </p:nvSpPr>
        <p:spPr/>
        <p:txBody>
          <a:bodyPr/>
          <a:lstStyle/>
          <a:p>
            <a:pPr algn="ctr"/>
            <a:r>
              <a:rPr lang="el-GR"/>
              <a:t>ΑΣΚΗΣΗ 2 </a:t>
            </a:r>
          </a:p>
        </p:txBody>
      </p:sp>
      <p:sp>
        <p:nvSpPr>
          <p:cNvPr id="3" name="Θέση περιεχομένου 2">
            <a:extLst>
              <a:ext uri="{FF2B5EF4-FFF2-40B4-BE49-F238E27FC236}">
                <a16:creationId xmlns:a16="http://schemas.microsoft.com/office/drawing/2014/main" id="{86BEE621-A385-7EB7-AE65-480E0C94868F}"/>
              </a:ext>
            </a:extLst>
          </p:cNvPr>
          <p:cNvSpPr>
            <a:spLocks noGrp="1"/>
          </p:cNvSpPr>
          <p:nvPr>
            <p:ph idx="1"/>
          </p:nvPr>
        </p:nvSpPr>
        <p:spPr/>
        <p:txBody>
          <a:bodyPr vert="horz" lIns="91440" tIns="45720" rIns="91440" bIns="45720" rtlCol="0" anchor="t">
            <a:normAutofit/>
          </a:bodyPr>
          <a:lstStyle/>
          <a:p>
            <a:pPr marL="0" indent="0">
              <a:buNone/>
            </a:pPr>
            <a:endParaRPr lang="el-GR"/>
          </a:p>
          <a:p>
            <a:pPr marL="0" indent="0">
              <a:buNone/>
            </a:pPr>
            <a:endParaRPr lang="el-GR"/>
          </a:p>
        </p:txBody>
      </p:sp>
      <p:pic>
        <p:nvPicPr>
          <p:cNvPr id="4" name="Εικόνα 3" descr="The master-slave pattern - Architectural Patterns [Book]">
            <a:extLst>
              <a:ext uri="{FF2B5EF4-FFF2-40B4-BE49-F238E27FC236}">
                <a16:creationId xmlns:a16="http://schemas.microsoft.com/office/drawing/2014/main" id="{5AB174FF-2E0E-7BB4-F2FF-8A215E8FFC2B}"/>
              </a:ext>
            </a:extLst>
          </p:cNvPr>
          <p:cNvPicPr>
            <a:picLocks noChangeAspect="1"/>
          </p:cNvPicPr>
          <p:nvPr/>
        </p:nvPicPr>
        <p:blipFill>
          <a:blip r:embed="rId2"/>
          <a:stretch>
            <a:fillRect/>
          </a:stretch>
        </p:blipFill>
        <p:spPr>
          <a:xfrm>
            <a:off x="475989" y="3586267"/>
            <a:ext cx="5321473" cy="2796097"/>
          </a:xfrm>
          <a:prstGeom prst="rect">
            <a:avLst/>
          </a:prstGeom>
        </p:spPr>
      </p:pic>
      <p:sp>
        <p:nvSpPr>
          <p:cNvPr id="5" name="TextBox 4">
            <a:extLst>
              <a:ext uri="{FF2B5EF4-FFF2-40B4-BE49-F238E27FC236}">
                <a16:creationId xmlns:a16="http://schemas.microsoft.com/office/drawing/2014/main" id="{F5E6B755-062C-CB25-CA77-C23499E2C3CE}"/>
              </a:ext>
            </a:extLst>
          </p:cNvPr>
          <p:cNvSpPr txBox="1"/>
          <p:nvPr/>
        </p:nvSpPr>
        <p:spPr>
          <a:xfrm>
            <a:off x="1103850" y="1711207"/>
            <a:ext cx="449684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2400"/>
              <a:t>ΣΤΟΧΟΣ: </a:t>
            </a:r>
            <a:r>
              <a:rPr lang="el-GR" sz="2400" err="1"/>
              <a:t>Mετατροπή</a:t>
            </a:r>
            <a:r>
              <a:rPr lang="el-GR" sz="2400"/>
              <a:t> της ενεργής αναμονής σε λύση με σηματοφόρους</a:t>
            </a:r>
          </a:p>
        </p:txBody>
      </p:sp>
      <p:sp>
        <p:nvSpPr>
          <p:cNvPr id="8" name="TextBox 7">
            <a:extLst>
              <a:ext uri="{FF2B5EF4-FFF2-40B4-BE49-F238E27FC236}">
                <a16:creationId xmlns:a16="http://schemas.microsoft.com/office/drawing/2014/main" id="{972D2C80-89D3-51DB-00EA-6EF67C016C96}"/>
              </a:ext>
            </a:extLst>
          </p:cNvPr>
          <p:cNvSpPr txBox="1"/>
          <p:nvPr/>
        </p:nvSpPr>
        <p:spPr>
          <a:xfrm>
            <a:off x="7278337" y="1816555"/>
            <a:ext cx="4720446"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err="1"/>
              <a:t>Nέες</a:t>
            </a:r>
            <a:r>
              <a:rPr lang="el-GR"/>
              <a:t> μεταβλητές:</a:t>
            </a:r>
          </a:p>
          <a:p>
            <a:endParaRPr lang="el-GR"/>
          </a:p>
          <a:p>
            <a:pPr marL="285750" indent="-285750">
              <a:buFont typeface="Arial"/>
              <a:buChar char="•"/>
            </a:pPr>
            <a:r>
              <a:rPr lang="el-GR" err="1"/>
              <a:t>int</a:t>
            </a:r>
            <a:r>
              <a:rPr lang="el-GR"/>
              <a:t> </a:t>
            </a:r>
            <a:r>
              <a:rPr lang="el-GR" err="1"/>
              <a:t>av_workers</a:t>
            </a:r>
            <a:r>
              <a:rPr lang="el-GR"/>
              <a:t>: Δείχνει πόσοι είναι οι διαθέσιμοι </a:t>
            </a:r>
            <a:r>
              <a:rPr lang="el-GR" err="1"/>
              <a:t>workers</a:t>
            </a:r>
            <a:r>
              <a:rPr lang="el-GR"/>
              <a:t> για εργασία, συνδέεται άμεσα με τη </a:t>
            </a:r>
            <a:r>
              <a:rPr lang="el-GR" err="1"/>
              <a:t>main</a:t>
            </a:r>
            <a:r>
              <a:rPr lang="el-GR"/>
              <a:t> και την </a:t>
            </a:r>
            <a:r>
              <a:rPr lang="el-GR" err="1"/>
              <a:t>routine</a:t>
            </a:r>
            <a:r>
              <a:rPr lang="el-GR"/>
              <a:t> των </a:t>
            </a:r>
            <a:r>
              <a:rPr lang="el-GR" err="1"/>
              <a:t>slaves</a:t>
            </a:r>
            <a:endParaRPr lang="el-GR"/>
          </a:p>
          <a:p>
            <a:pPr marL="285750" indent="-285750">
              <a:buFont typeface="Arial"/>
              <a:buChar char="•"/>
            </a:pPr>
            <a:endParaRPr lang="el-GR"/>
          </a:p>
          <a:p>
            <a:pPr marL="285750" indent="-285750">
              <a:buFont typeface="Arial"/>
              <a:buChar char="•"/>
            </a:pPr>
            <a:r>
              <a:rPr lang="el-GR" err="1"/>
              <a:t>mysem_t</a:t>
            </a:r>
            <a:r>
              <a:rPr lang="el-GR"/>
              <a:t> *</a:t>
            </a:r>
            <a:r>
              <a:rPr lang="el-GR" err="1"/>
              <a:t>worksem,main_sleep,mutex</a:t>
            </a:r>
            <a:r>
              <a:rPr lang="el-GR"/>
              <a:t> :</a:t>
            </a:r>
          </a:p>
          <a:p>
            <a:pPr marL="742950" lvl="1" indent="-285750">
              <a:buFont typeface="Courier New"/>
              <a:buChar char="o"/>
            </a:pPr>
            <a:r>
              <a:rPr lang="el-GR"/>
              <a:t>*</a:t>
            </a:r>
            <a:r>
              <a:rPr lang="el-GR" err="1"/>
              <a:t>worksem</a:t>
            </a:r>
            <a:r>
              <a:rPr lang="el-GR"/>
              <a:t>:  N </a:t>
            </a:r>
            <a:r>
              <a:rPr lang="el-GR" err="1"/>
              <a:t>binary</a:t>
            </a:r>
            <a:r>
              <a:rPr lang="el-GR"/>
              <a:t> </a:t>
            </a:r>
            <a:r>
              <a:rPr lang="el-GR" err="1"/>
              <a:t>semaphores</a:t>
            </a:r>
            <a:r>
              <a:rPr lang="el-GR"/>
              <a:t> για κάθε </a:t>
            </a:r>
            <a:r>
              <a:rPr lang="el-GR" err="1"/>
              <a:t>worker</a:t>
            </a:r>
            <a:r>
              <a:rPr lang="el-GR"/>
              <a:t> αντίστοιχα</a:t>
            </a:r>
          </a:p>
          <a:p>
            <a:pPr marL="742950" lvl="1" indent="-285750">
              <a:buFont typeface="Courier New"/>
              <a:buChar char="o"/>
            </a:pPr>
            <a:endParaRPr lang="el-GR"/>
          </a:p>
          <a:p>
            <a:pPr marL="742950" lvl="1" indent="-285750">
              <a:buFont typeface="Courier New"/>
              <a:buChar char="o"/>
            </a:pPr>
            <a:r>
              <a:rPr lang="el-GR" err="1"/>
              <a:t>main_sleep</a:t>
            </a:r>
            <a:r>
              <a:rPr lang="el-GR"/>
              <a:t>: Επικοινωνία του </a:t>
            </a:r>
            <a:r>
              <a:rPr lang="el-GR" err="1"/>
              <a:t>sleeping</a:t>
            </a:r>
            <a:r>
              <a:rPr lang="el-GR"/>
              <a:t> της </a:t>
            </a:r>
            <a:r>
              <a:rPr lang="el-GR" err="1"/>
              <a:t>main</a:t>
            </a:r>
            <a:r>
              <a:rPr lang="el-GR"/>
              <a:t>, </a:t>
            </a:r>
            <a:r>
              <a:rPr lang="el-GR" err="1"/>
              <a:t>μεταξυ</a:t>
            </a:r>
            <a:r>
              <a:rPr lang="el-GR"/>
              <a:t> </a:t>
            </a:r>
            <a:r>
              <a:rPr lang="el-GR" err="1"/>
              <a:t>workers</a:t>
            </a:r>
            <a:r>
              <a:rPr lang="el-GR"/>
              <a:t> με </a:t>
            </a:r>
            <a:r>
              <a:rPr lang="el-GR" err="1"/>
              <a:t>Master</a:t>
            </a:r>
            <a:endParaRPr lang="el-GR"/>
          </a:p>
          <a:p>
            <a:pPr marL="742950" lvl="1" indent="-285750">
              <a:buFont typeface="Courier New"/>
              <a:buChar char="o"/>
            </a:pPr>
            <a:endParaRPr lang="el-GR"/>
          </a:p>
          <a:p>
            <a:pPr marL="742950" lvl="1" indent="-285750">
              <a:buFont typeface="Courier New"/>
              <a:buChar char="o"/>
            </a:pPr>
            <a:r>
              <a:rPr lang="el-GR" err="1"/>
              <a:t>Mutex</a:t>
            </a:r>
            <a:r>
              <a:rPr lang="el-GR"/>
              <a:t>: Προστατεύει την αυξομείωση και πρόσβαση στο </a:t>
            </a:r>
            <a:r>
              <a:rPr lang="el-GR" err="1"/>
              <a:t>av_workers</a:t>
            </a:r>
            <a:r>
              <a:rPr lang="el-GR"/>
              <a:t>.</a:t>
            </a:r>
          </a:p>
          <a:p>
            <a:pPr marL="742950" lvl="1" indent="-285750">
              <a:buFont typeface="Courier New"/>
              <a:buChar char="o"/>
            </a:pPr>
            <a:endParaRPr lang="el-GR"/>
          </a:p>
        </p:txBody>
      </p:sp>
    </p:spTree>
    <p:extLst>
      <p:ext uri="{BB962C8B-B14F-4D97-AF65-F5344CB8AC3E}">
        <p14:creationId xmlns:p14="http://schemas.microsoft.com/office/powerpoint/2010/main" val="33812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1781C26-007E-4C48-7E62-A12EACFEF6BC}"/>
              </a:ext>
            </a:extLst>
          </p:cNvPr>
          <p:cNvSpPr>
            <a:spLocks noGrp="1"/>
          </p:cNvSpPr>
          <p:nvPr>
            <p:ph type="title"/>
          </p:nvPr>
        </p:nvSpPr>
        <p:spPr/>
        <p:txBody>
          <a:bodyPr/>
          <a:lstStyle/>
          <a:p>
            <a:pPr algn="ctr"/>
            <a:r>
              <a:rPr lang="el-GR" err="1"/>
              <a:t>Master</a:t>
            </a:r>
            <a:endParaRPr lang="el-GR"/>
          </a:p>
        </p:txBody>
      </p:sp>
      <p:pic>
        <p:nvPicPr>
          <p:cNvPr id="4" name="Θέση περιεχομένου 3" descr="Εικόνα που περιέχει κείμενο, στιγμιότυπο οθόνης, γραμματοσειρά&#10;&#10;Περιγραφή που δημιουργήθηκε αυτόματα">
            <a:extLst>
              <a:ext uri="{FF2B5EF4-FFF2-40B4-BE49-F238E27FC236}">
                <a16:creationId xmlns:a16="http://schemas.microsoft.com/office/drawing/2014/main" id="{AB903488-C1E7-6798-EF3C-E24C4336ED17}"/>
              </a:ext>
            </a:extLst>
          </p:cNvPr>
          <p:cNvPicPr>
            <a:picLocks noGrp="1" noChangeAspect="1"/>
          </p:cNvPicPr>
          <p:nvPr>
            <p:ph idx="1"/>
          </p:nvPr>
        </p:nvPicPr>
        <p:blipFill>
          <a:blip r:embed="rId2"/>
          <a:stretch>
            <a:fillRect/>
          </a:stretch>
        </p:blipFill>
        <p:spPr>
          <a:xfrm>
            <a:off x="653583" y="1917280"/>
            <a:ext cx="5438775" cy="4257675"/>
          </a:xfrm>
        </p:spPr>
      </p:pic>
      <p:sp>
        <p:nvSpPr>
          <p:cNvPr id="5" name="TextBox 4">
            <a:extLst>
              <a:ext uri="{FF2B5EF4-FFF2-40B4-BE49-F238E27FC236}">
                <a16:creationId xmlns:a16="http://schemas.microsoft.com/office/drawing/2014/main" id="{33A4EF01-A8BB-E3F3-6B9C-178FFC453B18}"/>
              </a:ext>
            </a:extLst>
          </p:cNvPr>
          <p:cNvSpPr txBox="1"/>
          <p:nvPr/>
        </p:nvSpPr>
        <p:spPr>
          <a:xfrm>
            <a:off x="7546493" y="1904124"/>
            <a:ext cx="414427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2400"/>
              <a:t>ΑΛΛΑΓΕΣ:</a:t>
            </a:r>
            <a:endParaRPr lang="en-US" sz="2400"/>
          </a:p>
          <a:p>
            <a:pPr algn="ctr"/>
            <a:endParaRPr lang="el-GR" sz="2400"/>
          </a:p>
          <a:p>
            <a:pPr marL="342900" indent="-342900">
              <a:buAutoNum type="arabicPeriod"/>
            </a:pPr>
            <a:r>
              <a:rPr lang="el-GR" sz="2000"/>
              <a:t>Ο </a:t>
            </a:r>
            <a:r>
              <a:rPr lang="el-GR" sz="2000" b="1" err="1"/>
              <a:t>master</a:t>
            </a:r>
            <a:r>
              <a:rPr lang="el-GR" sz="2000"/>
              <a:t> μέσω δυαδικού σηματοφόρου ειδοποιείται με το </a:t>
            </a:r>
            <a:r>
              <a:rPr lang="el-GR" sz="2000" b="1"/>
              <a:t>ξεμπλοκάρισμα</a:t>
            </a:r>
            <a:r>
              <a:rPr lang="el-GR" sz="2000"/>
              <a:t> ενός σηματοφόρου από τους </a:t>
            </a:r>
            <a:r>
              <a:rPr lang="el-GR" sz="2000" err="1"/>
              <a:t>slaves</a:t>
            </a:r>
            <a:r>
              <a:rPr lang="el-GR" sz="2000"/>
              <a:t> ότι υπάρχει </a:t>
            </a:r>
            <a:r>
              <a:rPr lang="el-GR" sz="2000" b="1" err="1"/>
              <a:t>available</a:t>
            </a:r>
            <a:r>
              <a:rPr lang="el-GR" sz="2000"/>
              <a:t> </a:t>
            </a:r>
            <a:r>
              <a:rPr lang="el-GR" sz="2000" err="1"/>
              <a:t>worker</a:t>
            </a:r>
            <a:r>
              <a:rPr lang="el-GR" sz="2000"/>
              <a:t>.</a:t>
            </a:r>
          </a:p>
          <a:p>
            <a:pPr marL="342900" indent="-342900">
              <a:buAutoNum type="arabicPeriod"/>
            </a:pPr>
            <a:endParaRPr lang="el-GR" sz="2000"/>
          </a:p>
          <a:p>
            <a:pPr marL="342900" indent="-342900">
              <a:buAutoNum type="arabicPeriod"/>
            </a:pPr>
            <a:r>
              <a:rPr lang="el-GR" sz="2000" b="1"/>
              <a:t>Ξυπνάει</a:t>
            </a:r>
            <a:r>
              <a:rPr lang="el-GR" sz="2000"/>
              <a:t> έναν</a:t>
            </a:r>
            <a:r>
              <a:rPr lang="el-GR" sz="2000" b="1"/>
              <a:t> </a:t>
            </a:r>
            <a:r>
              <a:rPr lang="el-GR" sz="2000" b="1" err="1"/>
              <a:t>worker</a:t>
            </a:r>
            <a:r>
              <a:rPr lang="el-GR" sz="2000"/>
              <a:t> μέσω του σηματοφόρου (</a:t>
            </a:r>
            <a:r>
              <a:rPr lang="el-GR" sz="2000" b="1" err="1"/>
              <a:t>worksem</a:t>
            </a:r>
            <a:r>
              <a:rPr lang="el-GR" sz="2000"/>
              <a:t>) και δίνει τη δουλειά (</a:t>
            </a:r>
            <a:r>
              <a:rPr lang="el-GR" sz="2000" err="1"/>
              <a:t>work_num</a:t>
            </a:r>
            <a:r>
              <a:rPr lang="el-GR" sz="2400"/>
              <a:t>)</a:t>
            </a:r>
          </a:p>
          <a:p>
            <a:endParaRPr lang="el-GR"/>
          </a:p>
        </p:txBody>
      </p:sp>
    </p:spTree>
    <p:extLst>
      <p:ext uri="{BB962C8B-B14F-4D97-AF65-F5344CB8AC3E}">
        <p14:creationId xmlns:p14="http://schemas.microsoft.com/office/powerpoint/2010/main" val="3413725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2B683D-138D-2694-1729-FA4DD992B91F}"/>
              </a:ext>
            </a:extLst>
          </p:cNvPr>
          <p:cNvSpPr>
            <a:spLocks noGrp="1"/>
          </p:cNvSpPr>
          <p:nvPr>
            <p:ph type="title"/>
          </p:nvPr>
        </p:nvSpPr>
        <p:spPr/>
        <p:txBody>
          <a:bodyPr/>
          <a:lstStyle/>
          <a:p>
            <a:pPr algn="ctr"/>
            <a:r>
              <a:rPr lang="el-GR"/>
              <a:t>Slave</a:t>
            </a:r>
          </a:p>
        </p:txBody>
      </p:sp>
      <p:pic>
        <p:nvPicPr>
          <p:cNvPr id="5" name="Θέση περιεχομένου 4" descr="Εικόνα που περιέχει κείμενο, στιγμιότυπο οθόνης&#10;&#10;Περιγραφή που δημιουργήθηκε αυτόματα">
            <a:extLst>
              <a:ext uri="{FF2B5EF4-FFF2-40B4-BE49-F238E27FC236}">
                <a16:creationId xmlns:a16="http://schemas.microsoft.com/office/drawing/2014/main" id="{97C636E3-6372-14B6-FDD3-4087CE2247B4}"/>
              </a:ext>
            </a:extLst>
          </p:cNvPr>
          <p:cNvPicPr>
            <a:picLocks noGrp="1" noChangeAspect="1"/>
          </p:cNvPicPr>
          <p:nvPr>
            <p:ph idx="1"/>
          </p:nvPr>
        </p:nvPicPr>
        <p:blipFill>
          <a:blip r:embed="rId2"/>
          <a:stretch>
            <a:fillRect/>
          </a:stretch>
        </p:blipFill>
        <p:spPr>
          <a:xfrm>
            <a:off x="578282" y="1605218"/>
            <a:ext cx="5509777" cy="4661392"/>
          </a:xfrm>
        </p:spPr>
      </p:pic>
      <p:sp>
        <p:nvSpPr>
          <p:cNvPr id="4" name="TextBox 6">
            <a:extLst>
              <a:ext uri="{FF2B5EF4-FFF2-40B4-BE49-F238E27FC236}">
                <a16:creationId xmlns:a16="http://schemas.microsoft.com/office/drawing/2014/main" id="{2ABBF7D9-E0F8-ADC5-01A2-91C2645A296B}"/>
              </a:ext>
            </a:extLst>
          </p:cNvPr>
          <p:cNvSpPr txBox="1"/>
          <p:nvPr/>
        </p:nvSpPr>
        <p:spPr>
          <a:xfrm>
            <a:off x="6734501" y="1914452"/>
            <a:ext cx="5004765" cy="289310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l-GR" sz="2400"/>
              <a:t>ΑΛΛΑΓΕΣ</a:t>
            </a:r>
          </a:p>
          <a:p>
            <a:endParaRPr lang="el-GR"/>
          </a:p>
          <a:p>
            <a:pPr marL="342900" indent="-342900">
              <a:buAutoNum type="arabicPeriod"/>
            </a:pPr>
            <a:r>
              <a:rPr lang="el-GR" sz="2000"/>
              <a:t>Ο πρώτος </a:t>
            </a:r>
            <a:r>
              <a:rPr lang="el-GR" sz="2000" b="1" err="1"/>
              <a:t>av_worker</a:t>
            </a:r>
            <a:r>
              <a:rPr lang="el-GR" sz="2000"/>
              <a:t> εάν </a:t>
            </a:r>
            <a:r>
              <a:rPr lang="el-GR" sz="2000" b="1"/>
              <a:t>δεν </a:t>
            </a:r>
            <a:r>
              <a:rPr lang="el-GR" sz="2000" b="1" err="1"/>
              <a:t>εχει</a:t>
            </a:r>
            <a:r>
              <a:rPr lang="el-GR" sz="2000"/>
              <a:t> δουλειά "</a:t>
            </a:r>
            <a:r>
              <a:rPr lang="el-GR" sz="2000" b="1"/>
              <a:t>ξυπνάει</a:t>
            </a:r>
            <a:r>
              <a:rPr lang="el-GR" sz="2000"/>
              <a:t>" </a:t>
            </a:r>
            <a:r>
              <a:rPr lang="el-GR" sz="2000" err="1"/>
              <a:t>τoν</a:t>
            </a:r>
            <a:r>
              <a:rPr lang="el-GR" sz="2000"/>
              <a:t> </a:t>
            </a:r>
            <a:r>
              <a:rPr lang="el-GR" sz="2000" err="1"/>
              <a:t>master</a:t>
            </a:r>
            <a:r>
              <a:rPr lang="el-GR" sz="2000"/>
              <a:t> μέσω του </a:t>
            </a:r>
            <a:r>
              <a:rPr lang="el-GR" sz="2000" err="1"/>
              <a:t>binary</a:t>
            </a:r>
            <a:r>
              <a:rPr lang="el-GR" sz="2000"/>
              <a:t> </a:t>
            </a:r>
            <a:r>
              <a:rPr lang="el-GR" sz="2000" err="1"/>
              <a:t>semaphore</a:t>
            </a:r>
            <a:r>
              <a:rPr lang="el-GR" sz="2000"/>
              <a:t> </a:t>
            </a:r>
            <a:r>
              <a:rPr lang="el-GR" sz="2000" b="1" err="1"/>
              <a:t>main_sleep</a:t>
            </a:r>
            <a:endParaRPr lang="el-GR" sz="2000" b="1"/>
          </a:p>
          <a:p>
            <a:pPr marL="342900" indent="-342900">
              <a:buAutoNum type="arabicPeriod"/>
            </a:pPr>
            <a:endParaRPr lang="el-GR" sz="2000"/>
          </a:p>
          <a:p>
            <a:pPr marL="342900" indent="-342900">
              <a:buAutoNum type="arabicPeriod"/>
            </a:pPr>
            <a:r>
              <a:rPr lang="el-GR" sz="2000"/>
              <a:t>Ο</a:t>
            </a:r>
            <a:r>
              <a:rPr lang="el-GR" sz="2000" b="1"/>
              <a:t> </a:t>
            </a:r>
            <a:r>
              <a:rPr lang="el-GR" sz="2000" b="1" err="1"/>
              <a:t>slave</a:t>
            </a:r>
            <a:r>
              <a:rPr lang="el-GR" sz="2000" b="1"/>
              <a:t> </a:t>
            </a:r>
            <a:r>
              <a:rPr lang="el-GR" sz="2000"/>
              <a:t>περιμένει </a:t>
            </a:r>
            <a:r>
              <a:rPr lang="el-GR" sz="2000" b="1"/>
              <a:t>να τον ξυπνήσει </a:t>
            </a:r>
            <a:r>
              <a:rPr lang="el-GR" sz="2000"/>
              <a:t>ο</a:t>
            </a:r>
            <a:r>
              <a:rPr lang="el-GR" sz="2000" b="1"/>
              <a:t> </a:t>
            </a:r>
            <a:r>
              <a:rPr lang="el-GR" sz="2000" b="1" err="1"/>
              <a:t>master</a:t>
            </a:r>
            <a:r>
              <a:rPr lang="el-GR" sz="2000"/>
              <a:t> για να </a:t>
            </a:r>
            <a:r>
              <a:rPr lang="el-GR" sz="2000" b="1"/>
              <a:t>δουλέψει</a:t>
            </a:r>
            <a:r>
              <a:rPr lang="el-GR" sz="2000"/>
              <a:t> (</a:t>
            </a:r>
            <a:r>
              <a:rPr lang="el-GR" sz="2000" err="1"/>
              <a:t>work_num</a:t>
            </a:r>
            <a:r>
              <a:rPr lang="el-GR" sz="2000"/>
              <a:t> </a:t>
            </a:r>
            <a:r>
              <a:rPr lang="el-GR" sz="2000" err="1"/>
              <a:t>binary</a:t>
            </a:r>
            <a:r>
              <a:rPr lang="el-GR" sz="2000"/>
              <a:t> </a:t>
            </a:r>
            <a:r>
              <a:rPr lang="el-GR" sz="2000" err="1"/>
              <a:t>semaphore</a:t>
            </a:r>
            <a:r>
              <a:rPr lang="el-GR" sz="2000"/>
              <a:t>)</a:t>
            </a:r>
          </a:p>
        </p:txBody>
      </p:sp>
    </p:spTree>
    <p:extLst>
      <p:ext uri="{BB962C8B-B14F-4D97-AF65-F5344CB8AC3E}">
        <p14:creationId xmlns:p14="http://schemas.microsoft.com/office/powerpoint/2010/main" val="180668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F3B715-3FC5-BB2C-64DB-4799745ACAD8}"/>
              </a:ext>
            </a:extLst>
          </p:cNvPr>
          <p:cNvSpPr>
            <a:spLocks noGrp="1"/>
          </p:cNvSpPr>
          <p:nvPr>
            <p:ph type="title"/>
          </p:nvPr>
        </p:nvSpPr>
        <p:spPr/>
        <p:txBody>
          <a:bodyPr/>
          <a:lstStyle/>
          <a:p>
            <a:pPr algn="ctr"/>
            <a:r>
              <a:rPr lang="el-GR"/>
              <a:t>ΑΣΚΗΣΗ 3</a:t>
            </a:r>
          </a:p>
        </p:txBody>
      </p:sp>
      <p:sp>
        <p:nvSpPr>
          <p:cNvPr id="3" name="Θέση περιεχομένου 2">
            <a:extLst>
              <a:ext uri="{FF2B5EF4-FFF2-40B4-BE49-F238E27FC236}">
                <a16:creationId xmlns:a16="http://schemas.microsoft.com/office/drawing/2014/main" id="{B09CAEFD-C1F2-9472-4242-D9FC2ACE813A}"/>
              </a:ext>
            </a:extLst>
          </p:cNvPr>
          <p:cNvSpPr>
            <a:spLocks noGrp="1"/>
          </p:cNvSpPr>
          <p:nvPr>
            <p:ph idx="1"/>
          </p:nvPr>
        </p:nvSpPr>
        <p:spPr>
          <a:xfrm>
            <a:off x="838200" y="1825625"/>
            <a:ext cx="10515600" cy="2428323"/>
          </a:xfrm>
        </p:spPr>
        <p:txBody>
          <a:bodyPr/>
          <a:lstStyle/>
          <a:p>
            <a:pPr marL="0" indent="0" algn="ctr">
              <a:buNone/>
            </a:pPr>
            <a:r>
              <a:rPr lang="el-GR" sz="2800">
                <a:ea typeface="+mn-lt"/>
                <a:cs typeface="+mn-lt"/>
              </a:rPr>
              <a:t>Σκοπός του προγράμματος είναι ο συγχρονισμός οχημάτων τα οποία </a:t>
            </a:r>
            <a:r>
              <a:rPr lang="el-GR">
                <a:ea typeface="+mn-lt"/>
                <a:cs typeface="+mn-lt"/>
              </a:rPr>
              <a:t>έρχονται από δύο διαφορετικές κατευθύνσεις σε μία στενή  γέφυρα η οποία επιτρέπει την διέλευση αυτοκινήτων από μία μόνο κατεύθυνση την φορά και χωράει συγκεκριμένο αριθμό οχημάτων πάνω της. Επίσης όταν μία πλευρά έχει λίγα αμάξια ενώ η αντίθετη έχει πολλή κίνηση παραχωρείται προτεραιότητα στα λίγα οχήματα</a:t>
            </a:r>
            <a:endParaRPr lang="el-GR"/>
          </a:p>
        </p:txBody>
      </p:sp>
      <p:pic>
        <p:nvPicPr>
          <p:cNvPr id="16" name="Picture 15" descr="A blue car with black top and black text&#10;&#10;Description automatically generated with medium confidence">
            <a:extLst>
              <a:ext uri="{FF2B5EF4-FFF2-40B4-BE49-F238E27FC236}">
                <a16:creationId xmlns:a16="http://schemas.microsoft.com/office/drawing/2014/main" id="{064FE2E3-40EB-A4C5-D619-18BF5C870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0350" y="4679576"/>
            <a:ext cx="6591300" cy="1082911"/>
          </a:xfrm>
          <a:prstGeom prst="rect">
            <a:avLst/>
          </a:prstGeom>
        </p:spPr>
      </p:pic>
    </p:spTree>
    <p:extLst>
      <p:ext uri="{BB962C8B-B14F-4D97-AF65-F5344CB8AC3E}">
        <p14:creationId xmlns:p14="http://schemas.microsoft.com/office/powerpoint/2010/main" val="1642784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73CD8-38E6-2DF9-A9D7-03EE33216D54}"/>
              </a:ext>
            </a:extLst>
          </p:cNvPr>
          <p:cNvSpPr>
            <a:spLocks noGrp="1"/>
          </p:cNvSpPr>
          <p:nvPr>
            <p:ph type="title"/>
          </p:nvPr>
        </p:nvSpPr>
        <p:spPr/>
        <p:txBody>
          <a:bodyPr/>
          <a:lstStyle/>
          <a:p>
            <a:pPr algn="ctr"/>
            <a:r>
              <a:rPr lang="en-US"/>
              <a:t>Main function</a:t>
            </a:r>
            <a:endParaRPr lang="en-GR"/>
          </a:p>
        </p:txBody>
      </p:sp>
      <p:pic>
        <p:nvPicPr>
          <p:cNvPr id="5" name="Content Placeholder 4" descr="A computer screen shot of a program code&#10;&#10;Description automatically generated">
            <a:extLst>
              <a:ext uri="{FF2B5EF4-FFF2-40B4-BE49-F238E27FC236}">
                <a16:creationId xmlns:a16="http://schemas.microsoft.com/office/drawing/2014/main" id="{4F409719-5533-415F-6892-9F0BF5B2F6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06498"/>
            <a:ext cx="4659351" cy="4059043"/>
          </a:xfrm>
        </p:spPr>
      </p:pic>
      <p:sp>
        <p:nvSpPr>
          <p:cNvPr id="7" name="TextBox 6">
            <a:extLst>
              <a:ext uri="{FF2B5EF4-FFF2-40B4-BE49-F238E27FC236}">
                <a16:creationId xmlns:a16="http://schemas.microsoft.com/office/drawing/2014/main" id="{AAC14527-F30D-4596-6417-6BDB5A8711B8}"/>
              </a:ext>
            </a:extLst>
          </p:cNvPr>
          <p:cNvSpPr txBox="1"/>
          <p:nvPr/>
        </p:nvSpPr>
        <p:spPr>
          <a:xfrm>
            <a:off x="6096000" y="1806498"/>
            <a:ext cx="5077522" cy="3416320"/>
          </a:xfrm>
          <a:prstGeom prst="rect">
            <a:avLst/>
          </a:prstGeom>
          <a:noFill/>
        </p:spPr>
        <p:txBody>
          <a:bodyPr wrap="square" rtlCol="0">
            <a:spAutoFit/>
          </a:bodyPr>
          <a:lstStyle/>
          <a:p>
            <a:r>
              <a:rPr lang="el-GR"/>
              <a:t>Η </a:t>
            </a:r>
            <a:r>
              <a:rPr lang="el-GR" err="1"/>
              <a:t>main</a:t>
            </a:r>
            <a:r>
              <a:rPr lang="el-GR"/>
              <a:t> αρχικά:</a:t>
            </a:r>
          </a:p>
          <a:p>
            <a:pPr marL="285750" indent="-285750">
              <a:buFont typeface="Arial"/>
              <a:buChar char="•"/>
            </a:pPr>
            <a:r>
              <a:rPr lang="el-GR"/>
              <a:t>Δημιουργεί τα οχήματα (με </a:t>
            </a:r>
            <a:r>
              <a:rPr lang="el-GR" err="1"/>
              <a:t>argv</a:t>
            </a:r>
            <a:r>
              <a:rPr lang="el-GR"/>
              <a:t>[1] = </a:t>
            </a:r>
            <a:r>
              <a:rPr lang="en-US" err="1"/>
              <a:t>cars_number</a:t>
            </a:r>
            <a:r>
              <a:rPr lang="el-GR"/>
              <a:t>).</a:t>
            </a:r>
          </a:p>
          <a:p>
            <a:endParaRPr lang="el-GR"/>
          </a:p>
          <a:p>
            <a:r>
              <a:rPr lang="el-GR"/>
              <a:t>Έπειτα:</a:t>
            </a:r>
          </a:p>
          <a:p>
            <a:pPr marL="285750" indent="-285750">
              <a:buFont typeface="Arial"/>
              <a:buChar char="•"/>
            </a:pPr>
            <a:r>
              <a:rPr lang="el-GR"/>
              <a:t>Επιλέγει την μεριά</a:t>
            </a:r>
            <a:r>
              <a:rPr lang="en-US"/>
              <a:t> (</a:t>
            </a:r>
            <a:r>
              <a:rPr lang="el-GR"/>
              <a:t>ομάδα) που θα βρίσκεται κάθε αμάξι (</a:t>
            </a:r>
            <a:r>
              <a:rPr lang="en-US"/>
              <a:t>RED </a:t>
            </a:r>
            <a:r>
              <a:rPr lang="en-US" err="1"/>
              <a:t>ή</a:t>
            </a:r>
            <a:r>
              <a:rPr lang="el-GR"/>
              <a:t> </a:t>
            </a:r>
            <a:r>
              <a:rPr lang="en-US"/>
              <a:t>BLUE)</a:t>
            </a:r>
            <a:r>
              <a:rPr lang="el-GR"/>
              <a:t> είτε με </a:t>
            </a:r>
            <a:r>
              <a:rPr lang="en-US"/>
              <a:t>random </a:t>
            </a:r>
            <a:r>
              <a:rPr lang="el-GR"/>
              <a:t>τρόπο είτε όπως ορίσει ο χρήστης.</a:t>
            </a:r>
          </a:p>
          <a:p>
            <a:endParaRPr lang="el-GR"/>
          </a:p>
          <a:p>
            <a:r>
              <a:rPr lang="el-GR"/>
              <a:t>Τέλος</a:t>
            </a:r>
            <a:r>
              <a:rPr lang="en-US"/>
              <a:t>:</a:t>
            </a:r>
            <a:endParaRPr lang="el-GR"/>
          </a:p>
          <a:p>
            <a:pPr marL="285750" indent="-285750">
              <a:buFont typeface="Arial"/>
              <a:buChar char="•"/>
            </a:pPr>
            <a:r>
              <a:rPr lang="el-GR"/>
              <a:t>Περιμένει τα αμάξια να διασχίσουν την γέφυρα με </a:t>
            </a:r>
            <a:r>
              <a:rPr lang="en-US" err="1"/>
              <a:t>pthread_join</a:t>
            </a:r>
            <a:r>
              <a:rPr lang="en-US"/>
              <a:t> </a:t>
            </a:r>
            <a:r>
              <a:rPr lang="el-GR"/>
              <a:t>και τερματίζει.</a:t>
            </a:r>
          </a:p>
        </p:txBody>
      </p:sp>
    </p:spTree>
    <p:extLst>
      <p:ext uri="{BB962C8B-B14F-4D97-AF65-F5344CB8AC3E}">
        <p14:creationId xmlns:p14="http://schemas.microsoft.com/office/powerpoint/2010/main" val="704221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7BBD-0E6C-B0CC-D1D6-86D7F0CFFFD0}"/>
              </a:ext>
            </a:extLst>
          </p:cNvPr>
          <p:cNvSpPr>
            <a:spLocks noGrp="1"/>
          </p:cNvSpPr>
          <p:nvPr>
            <p:ph type="title"/>
          </p:nvPr>
        </p:nvSpPr>
        <p:spPr/>
        <p:txBody>
          <a:bodyPr/>
          <a:lstStyle/>
          <a:p>
            <a:pPr algn="ctr"/>
            <a:r>
              <a:rPr lang="el-GR"/>
              <a:t>Κώδικας εισόδου οχήματος</a:t>
            </a:r>
            <a:endParaRPr lang="en-GR"/>
          </a:p>
        </p:txBody>
      </p:sp>
      <p:pic>
        <p:nvPicPr>
          <p:cNvPr id="5" name="Content Placeholder 4" descr="A screen shot of a computer program&#10;&#10;Description automatically generated">
            <a:extLst>
              <a:ext uri="{FF2B5EF4-FFF2-40B4-BE49-F238E27FC236}">
                <a16:creationId xmlns:a16="http://schemas.microsoft.com/office/drawing/2014/main" id="{B5017285-EE77-8A16-6F1F-660295707F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538868"/>
            <a:ext cx="4034883" cy="4461659"/>
          </a:xfrm>
        </p:spPr>
      </p:pic>
      <p:sp>
        <p:nvSpPr>
          <p:cNvPr id="6" name="TextBox 5">
            <a:extLst>
              <a:ext uri="{FF2B5EF4-FFF2-40B4-BE49-F238E27FC236}">
                <a16:creationId xmlns:a16="http://schemas.microsoft.com/office/drawing/2014/main" id="{A5C0D311-9C39-EFD0-E2CB-A084F15D5E30}"/>
              </a:ext>
            </a:extLst>
          </p:cNvPr>
          <p:cNvSpPr txBox="1"/>
          <p:nvPr/>
        </p:nvSpPr>
        <p:spPr>
          <a:xfrm>
            <a:off x="6096000" y="1538868"/>
            <a:ext cx="4586868" cy="4801314"/>
          </a:xfrm>
          <a:prstGeom prst="rect">
            <a:avLst/>
          </a:prstGeom>
          <a:noFill/>
        </p:spPr>
        <p:txBody>
          <a:bodyPr wrap="square" rtlCol="0">
            <a:spAutoFit/>
          </a:bodyPr>
          <a:lstStyle/>
          <a:p>
            <a:pPr marL="285750" indent="-285750">
              <a:buFont typeface="Arial" panose="020B0604020202020204" pitchFamily="34" charset="0"/>
              <a:buChar char="•"/>
            </a:pPr>
            <a:r>
              <a:rPr lang="el-GR"/>
              <a:t>Την πρώτη φορά που θα μπουν οχήματα το </a:t>
            </a:r>
            <a:r>
              <a:rPr lang="en-US"/>
              <a:t>flag </a:t>
            </a:r>
            <a:r>
              <a:rPr lang="el-GR"/>
              <a:t>είναι </a:t>
            </a:r>
            <a:r>
              <a:rPr lang="en-US"/>
              <a:t>WHITE</a:t>
            </a:r>
            <a:r>
              <a:rPr lang="el-GR"/>
              <a:t> και </a:t>
            </a:r>
            <a:r>
              <a:rPr lang="en-US" err="1"/>
              <a:t>ό</a:t>
            </a:r>
            <a:r>
              <a:rPr lang="el-GR"/>
              <a:t>ποια πλευρά μπει πρώτη στον κώδικα εισόδου δίνει το αντίστοιχο </a:t>
            </a:r>
            <a:r>
              <a:rPr lang="en-US"/>
              <a:t>flag. </a:t>
            </a:r>
            <a:endParaRPr lang="el-GR"/>
          </a:p>
          <a:p>
            <a:pPr marL="285750" indent="-285750">
              <a:buFont typeface="Arial" panose="020B0604020202020204" pitchFamily="34" charset="0"/>
              <a:buChar char="•"/>
            </a:pPr>
            <a:r>
              <a:rPr lang="el-GR"/>
              <a:t>Το αμάξι πριν διασχίσει τη γέφυρα ελέγχει αν το </a:t>
            </a:r>
            <a:r>
              <a:rPr lang="en-US"/>
              <a:t>flag </a:t>
            </a:r>
            <a:r>
              <a:rPr lang="el-GR"/>
              <a:t>είναι εκείνο της ομάδας του και η γέφυρα δεν είναι γεμάτη, διαφορετικά μπλοκάρεται και περιμένει να το ξυπνήσουν και αυτό με την σειρά του να ξυπνήσει τον επόμενο</a:t>
            </a:r>
          </a:p>
          <a:p>
            <a:pPr marL="285750" indent="-285750">
              <a:buFont typeface="Arial" panose="020B0604020202020204" pitchFamily="34" charset="0"/>
              <a:buChar char="•"/>
            </a:pPr>
            <a:r>
              <a:rPr lang="el-GR"/>
              <a:t> Αν οι προϋποθέσεις πληρούνται τότε μπαίνει απευθείας στην γέφυρα</a:t>
            </a:r>
          </a:p>
          <a:p>
            <a:pPr marL="285750" indent="-285750">
              <a:buFont typeface="Arial" panose="020B0604020202020204" pitchFamily="34" charset="0"/>
              <a:buChar char="•"/>
            </a:pPr>
            <a:r>
              <a:rPr lang="el-GR"/>
              <a:t>Ο κώδικας εισόδου και η αλλαγή στις </a:t>
            </a:r>
            <a:r>
              <a:rPr lang="en-US"/>
              <a:t>global </a:t>
            </a:r>
            <a:r>
              <a:rPr lang="el-GR"/>
              <a:t>μεταβλητές γίνονται ατομικά από με χρήση σηματοφόρων</a:t>
            </a:r>
          </a:p>
          <a:p>
            <a:pPr marL="285750" indent="-285750">
              <a:buFont typeface="Arial" panose="020B0604020202020204" pitchFamily="34" charset="0"/>
              <a:buChar char="•"/>
            </a:pPr>
            <a:r>
              <a:rPr lang="el-GR"/>
              <a:t>Ο κώδικας εισόδου είναι συμμετρικός για την αντίθετη πλευρά.</a:t>
            </a:r>
            <a:endParaRPr lang="en-GR"/>
          </a:p>
        </p:txBody>
      </p:sp>
    </p:spTree>
    <p:extLst>
      <p:ext uri="{BB962C8B-B14F-4D97-AF65-F5344CB8AC3E}">
        <p14:creationId xmlns:p14="http://schemas.microsoft.com/office/powerpoint/2010/main" val="21093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D8179-4C84-5584-2A1F-E8A750015030}"/>
              </a:ext>
            </a:extLst>
          </p:cNvPr>
          <p:cNvSpPr>
            <a:spLocks noGrp="1"/>
          </p:cNvSpPr>
          <p:nvPr>
            <p:ph type="title"/>
          </p:nvPr>
        </p:nvSpPr>
        <p:spPr/>
        <p:txBody>
          <a:bodyPr/>
          <a:lstStyle/>
          <a:p>
            <a:pPr algn="ctr"/>
            <a:r>
              <a:rPr lang="el-GR"/>
              <a:t>Κώδικας εξ</a:t>
            </a:r>
            <a:r>
              <a:rPr lang="en-US" err="1"/>
              <a:t>ό</a:t>
            </a:r>
            <a:r>
              <a:rPr lang="el-GR" err="1"/>
              <a:t>δου</a:t>
            </a:r>
            <a:r>
              <a:rPr lang="el-GR"/>
              <a:t> οχήματος</a:t>
            </a:r>
            <a:endParaRPr lang="en-GR"/>
          </a:p>
        </p:txBody>
      </p:sp>
      <p:pic>
        <p:nvPicPr>
          <p:cNvPr id="5" name="Content Placeholder 4" descr="A screen shot of a computer program&#10;&#10;Description automatically generated">
            <a:extLst>
              <a:ext uri="{FF2B5EF4-FFF2-40B4-BE49-F238E27FC236}">
                <a16:creationId xmlns:a16="http://schemas.microsoft.com/office/drawing/2014/main" id="{62B5AB7E-C882-35DF-367B-F47BB76AAD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38506"/>
            <a:ext cx="4391722" cy="4705815"/>
          </a:xfrm>
        </p:spPr>
      </p:pic>
      <p:sp>
        <p:nvSpPr>
          <p:cNvPr id="7" name="TextBox 6">
            <a:extLst>
              <a:ext uri="{FF2B5EF4-FFF2-40B4-BE49-F238E27FC236}">
                <a16:creationId xmlns:a16="http://schemas.microsoft.com/office/drawing/2014/main" id="{DED280B7-0143-046D-34CF-E5D1D041928F}"/>
              </a:ext>
            </a:extLst>
          </p:cNvPr>
          <p:cNvSpPr txBox="1"/>
          <p:nvPr/>
        </p:nvSpPr>
        <p:spPr>
          <a:xfrm>
            <a:off x="6222380" y="1516566"/>
            <a:ext cx="4750420" cy="5632311"/>
          </a:xfrm>
          <a:prstGeom prst="rect">
            <a:avLst/>
          </a:prstGeom>
          <a:noFill/>
        </p:spPr>
        <p:txBody>
          <a:bodyPr wrap="square" rtlCol="0">
            <a:spAutoFit/>
          </a:bodyPr>
          <a:lstStyle/>
          <a:p>
            <a:pPr marL="285750" indent="-285750">
              <a:buFont typeface="Arial" panose="020B0604020202020204" pitchFamily="34" charset="0"/>
              <a:buChar char="•"/>
            </a:pPr>
            <a:r>
              <a:rPr lang="el-GR"/>
              <a:t>Κάθε όχημα κατά την έξοδό του ελέγχει εάν είναι το τελευταίο στη γέφυρα ή εάν η αναλογία τον αμαξιών που περιμένουν από τις δύο πλευρές είναι &gt;10/1. Αν ισχύει το πρώτο τότε ξυπνάει το πρώτο όχημα από την άλλη πλευρά το οποίο ξυπνάει με την σειρά του όχημα τις ομάδας του</a:t>
            </a:r>
          </a:p>
          <a:p>
            <a:pPr marL="285750" indent="-285750">
              <a:buFont typeface="Arial" panose="020B0604020202020204" pitchFamily="34" charset="0"/>
              <a:buChar char="•"/>
            </a:pPr>
            <a:r>
              <a:rPr lang="el-GR"/>
              <a:t>Αν ισχύει το δεύτερο, τότε τα οχήματα που έχουν σκοπό να μπουν στην γέφυρα από την ομάδα που περνάει, μπλοκάρουν και όσα βρίσκονται μέσα στην γέφυρα βγαίνουν, με το τελευταίο να επαναλαμβάνει την διαδικασία στο πρώτο </a:t>
            </a:r>
            <a:r>
              <a:rPr lang="en-US"/>
              <a:t>bullet.</a:t>
            </a:r>
          </a:p>
          <a:p>
            <a:pPr marL="285750" indent="-285750">
              <a:buFont typeface="Arial" panose="020B0604020202020204" pitchFamily="34" charset="0"/>
              <a:buChar char="•"/>
            </a:pPr>
            <a:r>
              <a:rPr lang="el-GR"/>
              <a:t>Αν δεν ισχύει τίποτα από τα δύο ξυπνάει ένα όχημα της ομάδας του.</a:t>
            </a:r>
          </a:p>
          <a:p>
            <a:pPr marL="285750" indent="-285750">
              <a:buFont typeface="Arial" panose="020B0604020202020204" pitchFamily="34" charset="0"/>
              <a:buChar char="•"/>
            </a:pPr>
            <a:r>
              <a:rPr lang="el-GR"/>
              <a:t>Ο κώδικας εξόδου είναι συμμετρικός για την αντίθετη πλευρά.</a:t>
            </a:r>
            <a:endParaRPr lang="en-GR"/>
          </a:p>
          <a:p>
            <a:pPr marL="285750" indent="-285750">
              <a:buFont typeface="Arial" panose="020B0604020202020204" pitchFamily="34" charset="0"/>
              <a:buChar char="•"/>
            </a:pPr>
            <a:endParaRPr lang="el-G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3959850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744F0DB-A392-AE2E-EEDB-2BBE2F016F57}"/>
              </a:ext>
            </a:extLst>
          </p:cNvPr>
          <p:cNvSpPr>
            <a:spLocks noGrp="1"/>
          </p:cNvSpPr>
          <p:nvPr>
            <p:ph type="title"/>
          </p:nvPr>
        </p:nvSpPr>
        <p:spPr/>
        <p:txBody>
          <a:bodyPr/>
          <a:lstStyle/>
          <a:p>
            <a:pPr algn="ctr"/>
            <a:r>
              <a:rPr lang="el-GR"/>
              <a:t>ΑΣΚΗΣΗ 4</a:t>
            </a:r>
          </a:p>
        </p:txBody>
      </p:sp>
      <p:pic>
        <p:nvPicPr>
          <p:cNvPr id="4" name="Θέση περιεχομένου 3" descr="Εικόνα που περιέχει γραμματοσειρά, clipart, σχεδίαση, εικονογράφηση&#10;&#10;Περιγραφή που δημιουργήθηκε αυτόματα">
            <a:extLst>
              <a:ext uri="{FF2B5EF4-FFF2-40B4-BE49-F238E27FC236}">
                <a16:creationId xmlns:a16="http://schemas.microsoft.com/office/drawing/2014/main" id="{4361CC0E-434D-BD0F-901F-52D673823B35}"/>
              </a:ext>
            </a:extLst>
          </p:cNvPr>
          <p:cNvPicPr>
            <a:picLocks noGrp="1" noChangeAspect="1"/>
          </p:cNvPicPr>
          <p:nvPr>
            <p:ph idx="1"/>
          </p:nvPr>
        </p:nvPicPr>
        <p:blipFill>
          <a:blip r:embed="rId2"/>
          <a:stretch>
            <a:fillRect/>
          </a:stretch>
        </p:blipFill>
        <p:spPr>
          <a:xfrm>
            <a:off x="1066800" y="4745549"/>
            <a:ext cx="10058400" cy="1371600"/>
          </a:xfrm>
        </p:spPr>
      </p:pic>
      <p:sp>
        <p:nvSpPr>
          <p:cNvPr id="5" name="TextBox 4">
            <a:extLst>
              <a:ext uri="{FF2B5EF4-FFF2-40B4-BE49-F238E27FC236}">
                <a16:creationId xmlns:a16="http://schemas.microsoft.com/office/drawing/2014/main" id="{F3ECAD5A-92F4-1C9B-30C7-21C8C9E8CEF2}"/>
              </a:ext>
            </a:extLst>
          </p:cNvPr>
          <p:cNvSpPr txBox="1"/>
          <p:nvPr/>
        </p:nvSpPr>
        <p:spPr>
          <a:xfrm>
            <a:off x="1218079" y="1372089"/>
            <a:ext cx="9894834"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3200">
                <a:ea typeface="+mn-lt"/>
                <a:cs typeface="+mn-lt"/>
              </a:rPr>
              <a:t>Σκοπός του προγράμματος είναι η προσομοίωση της λειτουργίας ενός τρένου σε </a:t>
            </a:r>
            <a:r>
              <a:rPr lang="el-GR" sz="3200" err="1">
                <a:ea typeface="+mn-lt"/>
                <a:cs typeface="+mn-lt"/>
              </a:rPr>
              <a:t>λούνα</a:t>
            </a:r>
            <a:r>
              <a:rPr lang="el-GR" sz="3200">
                <a:ea typeface="+mn-lt"/>
                <a:cs typeface="+mn-lt"/>
              </a:rPr>
              <a:t> </a:t>
            </a:r>
            <a:r>
              <a:rPr lang="el-GR" sz="3200" err="1">
                <a:ea typeface="+mn-lt"/>
                <a:cs typeface="+mn-lt"/>
              </a:rPr>
              <a:t>παρκ</a:t>
            </a:r>
            <a:r>
              <a:rPr lang="el-GR" sz="3200">
                <a:ea typeface="+mn-lt"/>
                <a:cs typeface="+mn-lt"/>
              </a:rPr>
              <a:t>, όπου επιβάτες επιβιβάζονται, η διαδρομή ξεκινά όταν το τρένο γεμίσει, και αποβιβάζονται στο τέλος κάθε διαδρομής.</a:t>
            </a:r>
            <a:endParaRPr lang="el-GR" sz="3200"/>
          </a:p>
        </p:txBody>
      </p:sp>
      <p:sp>
        <p:nvSpPr>
          <p:cNvPr id="6" name="TextBox 5">
            <a:extLst>
              <a:ext uri="{FF2B5EF4-FFF2-40B4-BE49-F238E27FC236}">
                <a16:creationId xmlns:a16="http://schemas.microsoft.com/office/drawing/2014/main" id="{CDAFACE8-C024-1EC8-A4C0-6A29663A3DC9}"/>
              </a:ext>
            </a:extLst>
          </p:cNvPr>
          <p:cNvSpPr txBox="1"/>
          <p:nvPr/>
        </p:nvSpPr>
        <p:spPr>
          <a:xfrm>
            <a:off x="4830316" y="3850251"/>
            <a:ext cx="224014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2400">
                <a:solidFill>
                  <a:srgbClr val="000000"/>
                </a:solidFill>
                <a:latin typeface="Aptos"/>
              </a:rPr>
              <a:t>FUNCTION</a:t>
            </a:r>
          </a:p>
          <a:p>
            <a:pPr algn="ctr"/>
            <a:r>
              <a:rPr lang="el-GR" sz="2400" err="1">
                <a:solidFill>
                  <a:srgbClr val="000000"/>
                </a:solidFill>
                <a:latin typeface="Aptos"/>
              </a:rPr>
              <a:t>Train_routine</a:t>
            </a:r>
            <a:endParaRPr lang="el-GR" sz="2400" err="1"/>
          </a:p>
        </p:txBody>
      </p:sp>
      <p:sp>
        <p:nvSpPr>
          <p:cNvPr id="7" name="TextBox 6">
            <a:extLst>
              <a:ext uri="{FF2B5EF4-FFF2-40B4-BE49-F238E27FC236}">
                <a16:creationId xmlns:a16="http://schemas.microsoft.com/office/drawing/2014/main" id="{A1C7AD55-A4DC-FE54-F50D-E32A90FDD179}"/>
              </a:ext>
            </a:extLst>
          </p:cNvPr>
          <p:cNvSpPr txBox="1"/>
          <p:nvPr/>
        </p:nvSpPr>
        <p:spPr>
          <a:xfrm>
            <a:off x="2082074" y="3846440"/>
            <a:ext cx="274417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2400"/>
              <a:t>FUNCTION</a:t>
            </a:r>
          </a:p>
          <a:p>
            <a:pPr algn="ctr"/>
            <a:r>
              <a:rPr lang="el-GR" sz="2400" err="1"/>
              <a:t>Passenger_routine</a:t>
            </a:r>
            <a:endParaRPr lang="el-GR" sz="2400"/>
          </a:p>
        </p:txBody>
      </p:sp>
      <p:sp>
        <p:nvSpPr>
          <p:cNvPr id="8" name="TextBox 7">
            <a:extLst>
              <a:ext uri="{FF2B5EF4-FFF2-40B4-BE49-F238E27FC236}">
                <a16:creationId xmlns:a16="http://schemas.microsoft.com/office/drawing/2014/main" id="{7A64A9F9-3D47-0C3F-BBEC-7C08FB72D666}"/>
              </a:ext>
            </a:extLst>
          </p:cNvPr>
          <p:cNvSpPr txBox="1"/>
          <p:nvPr/>
        </p:nvSpPr>
        <p:spPr>
          <a:xfrm>
            <a:off x="7384758" y="3836000"/>
            <a:ext cx="274417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2400"/>
              <a:t>FUNCTION</a:t>
            </a:r>
          </a:p>
          <a:p>
            <a:pPr algn="ctr"/>
            <a:r>
              <a:rPr lang="el-GR" sz="2400" err="1"/>
              <a:t>Passenger_routine</a:t>
            </a:r>
            <a:endParaRPr lang="el-GR" sz="2400"/>
          </a:p>
        </p:txBody>
      </p:sp>
    </p:spTree>
    <p:extLst>
      <p:ext uri="{BB962C8B-B14F-4D97-AF65-F5344CB8AC3E}">
        <p14:creationId xmlns:p14="http://schemas.microsoft.com/office/powerpoint/2010/main" val="850318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3743638-0261-B8AF-ABE1-AF58B53054EC}"/>
              </a:ext>
            </a:extLst>
          </p:cNvPr>
          <p:cNvSpPr>
            <a:spLocks noGrp="1"/>
          </p:cNvSpPr>
          <p:nvPr>
            <p:ph type="title"/>
          </p:nvPr>
        </p:nvSpPr>
        <p:spPr/>
        <p:txBody>
          <a:bodyPr/>
          <a:lstStyle/>
          <a:p>
            <a:pPr algn="ctr"/>
            <a:r>
              <a:rPr lang="el-GR" err="1"/>
              <a:t>Main</a:t>
            </a:r>
            <a:r>
              <a:rPr lang="el-GR"/>
              <a:t> </a:t>
            </a:r>
            <a:r>
              <a:rPr lang="el-GR" err="1"/>
              <a:t>function</a:t>
            </a:r>
            <a:endParaRPr lang="el-GR"/>
          </a:p>
        </p:txBody>
      </p:sp>
      <p:sp>
        <p:nvSpPr>
          <p:cNvPr id="7" name="TextBox 6">
            <a:extLst>
              <a:ext uri="{FF2B5EF4-FFF2-40B4-BE49-F238E27FC236}">
                <a16:creationId xmlns:a16="http://schemas.microsoft.com/office/drawing/2014/main" id="{A5393C95-F67C-8939-C2C6-E06A12710186}"/>
              </a:ext>
            </a:extLst>
          </p:cNvPr>
          <p:cNvSpPr txBox="1"/>
          <p:nvPr/>
        </p:nvSpPr>
        <p:spPr>
          <a:xfrm>
            <a:off x="7167150" y="1869497"/>
            <a:ext cx="502739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a:t>Η </a:t>
            </a:r>
            <a:r>
              <a:rPr lang="el-GR" err="1"/>
              <a:t>main</a:t>
            </a:r>
            <a:r>
              <a:rPr lang="el-GR"/>
              <a:t> αρχικά:</a:t>
            </a:r>
          </a:p>
          <a:p>
            <a:pPr marL="285750" indent="-285750">
              <a:buFont typeface="Arial"/>
              <a:buChar char="•"/>
            </a:pPr>
            <a:r>
              <a:rPr lang="el-GR" err="1"/>
              <a:t>Φτίαχνει</a:t>
            </a:r>
            <a:r>
              <a:rPr lang="el-GR"/>
              <a:t> το </a:t>
            </a:r>
            <a:r>
              <a:rPr lang="el-GR" err="1"/>
              <a:t>thread</a:t>
            </a:r>
            <a:r>
              <a:rPr lang="el-GR"/>
              <a:t> τρένο ( με </a:t>
            </a:r>
            <a:r>
              <a:rPr lang="el-GR" err="1"/>
              <a:t>argv</a:t>
            </a:r>
            <a:r>
              <a:rPr lang="el-GR"/>
              <a:t> </a:t>
            </a:r>
            <a:r>
              <a:rPr lang="el-GR" err="1"/>
              <a:t>max_passengers</a:t>
            </a:r>
            <a:r>
              <a:rPr lang="el-GR"/>
              <a:t>)</a:t>
            </a:r>
          </a:p>
          <a:p>
            <a:endParaRPr lang="el-GR"/>
          </a:p>
          <a:p>
            <a:r>
              <a:rPr lang="el-GR"/>
              <a:t>Έπειτα:</a:t>
            </a:r>
          </a:p>
          <a:p>
            <a:pPr marL="285750" indent="-285750">
              <a:buFont typeface="Arial"/>
              <a:buChar char="•"/>
            </a:pPr>
            <a:r>
              <a:rPr lang="el-GR"/>
              <a:t>Περιμένει από το </a:t>
            </a:r>
            <a:r>
              <a:rPr lang="el-GR" err="1"/>
              <a:t>stdin</a:t>
            </a:r>
            <a:r>
              <a:rPr lang="el-GR"/>
              <a:t>, έναν </a:t>
            </a:r>
            <a:r>
              <a:rPr lang="el-GR" err="1"/>
              <a:t>int</a:t>
            </a:r>
            <a:r>
              <a:rPr lang="el-GR"/>
              <a:t>(</a:t>
            </a:r>
            <a:r>
              <a:rPr lang="el-GR" err="1"/>
              <a:t>num_passengers</a:t>
            </a:r>
            <a:r>
              <a:rPr lang="el-GR"/>
              <a:t>).</a:t>
            </a:r>
          </a:p>
          <a:p>
            <a:pPr marL="285750" indent="-285750">
              <a:buFont typeface="Arial"/>
              <a:buChar char="•"/>
            </a:pPr>
            <a:r>
              <a:rPr lang="el-GR"/>
              <a:t>Φτιάχνει </a:t>
            </a:r>
            <a:r>
              <a:rPr lang="el-GR" err="1"/>
              <a:t>num_passengers</a:t>
            </a:r>
            <a:r>
              <a:rPr lang="el-GR"/>
              <a:t> ,επιβάτες </a:t>
            </a:r>
            <a:r>
              <a:rPr lang="el-GR" err="1"/>
              <a:t>threads</a:t>
            </a:r>
            <a:endParaRPr lang="el-GR"/>
          </a:p>
          <a:p>
            <a:pPr marL="285750" indent="-285750">
              <a:buFont typeface="Arial"/>
              <a:buChar char="•"/>
            </a:pPr>
            <a:r>
              <a:rPr lang="el-GR" err="1"/>
              <a:t>Eπαναλαμβάνει</a:t>
            </a:r>
            <a:r>
              <a:rPr lang="el-GR"/>
              <a:t> την ίδια διαδικασία μέχρι που ο </a:t>
            </a:r>
            <a:r>
              <a:rPr lang="el-GR" err="1"/>
              <a:t>user</a:t>
            </a:r>
            <a:r>
              <a:rPr lang="el-GR"/>
              <a:t> δίνει EOF.</a:t>
            </a:r>
          </a:p>
          <a:p>
            <a:endParaRPr lang="el-GR"/>
          </a:p>
          <a:p>
            <a:r>
              <a:rPr lang="el-GR"/>
              <a:t>Τέλος, μετά το ΕΟF του χρήστη:</a:t>
            </a:r>
          </a:p>
          <a:p>
            <a:pPr marL="285750" indent="-285750">
              <a:buFont typeface="Arial"/>
              <a:buChar char="•"/>
            </a:pPr>
            <a:r>
              <a:rPr lang="el-GR"/>
              <a:t>Η </a:t>
            </a:r>
            <a:r>
              <a:rPr lang="el-GR" err="1"/>
              <a:t>main</a:t>
            </a:r>
            <a:r>
              <a:rPr lang="el-GR"/>
              <a:t> θέτει το </a:t>
            </a:r>
            <a:r>
              <a:rPr lang="el-GR" err="1"/>
              <a:t>flag_main</a:t>
            </a:r>
            <a:r>
              <a:rPr lang="el-GR"/>
              <a:t> = 1, και ξυπνάει το τρένο για να τερματίσει αν κοιμάται.</a:t>
            </a:r>
          </a:p>
          <a:p>
            <a:pPr marL="285750" indent="-285750">
              <a:buFont typeface="Arial"/>
              <a:buChar char="•"/>
            </a:pPr>
            <a:endParaRPr lang="el-GR"/>
          </a:p>
          <a:p>
            <a:endParaRPr lang="el-GR"/>
          </a:p>
          <a:p>
            <a:pPr marL="285750" indent="-285750">
              <a:buFont typeface="Arial"/>
              <a:buChar char="•"/>
            </a:pPr>
            <a:endParaRPr lang="el-GR"/>
          </a:p>
        </p:txBody>
      </p:sp>
      <p:pic>
        <p:nvPicPr>
          <p:cNvPr id="10" name="Θέση περιεχομένου 9" descr="Εικόνα που περιέχει κείμενο, στιγμιότυπο οθόνης, λογισμικό, οθόνη&#10;&#10;Περιγραφή που δημιουργήθηκε αυτόματα">
            <a:extLst>
              <a:ext uri="{FF2B5EF4-FFF2-40B4-BE49-F238E27FC236}">
                <a16:creationId xmlns:a16="http://schemas.microsoft.com/office/drawing/2014/main" id="{1F19B00E-BBBA-9553-166D-D9AF37CDFFFD}"/>
              </a:ext>
            </a:extLst>
          </p:cNvPr>
          <p:cNvPicPr>
            <a:picLocks noGrp="1" noChangeAspect="1"/>
          </p:cNvPicPr>
          <p:nvPr>
            <p:ph idx="1"/>
          </p:nvPr>
        </p:nvPicPr>
        <p:blipFill>
          <a:blip r:embed="rId2"/>
          <a:stretch>
            <a:fillRect/>
          </a:stretch>
        </p:blipFill>
        <p:spPr>
          <a:xfrm>
            <a:off x="490797" y="1867378"/>
            <a:ext cx="6074734" cy="4351338"/>
          </a:xfrm>
        </p:spPr>
      </p:pic>
    </p:spTree>
    <p:extLst>
      <p:ext uri="{BB962C8B-B14F-4D97-AF65-F5344CB8AC3E}">
        <p14:creationId xmlns:p14="http://schemas.microsoft.com/office/powerpoint/2010/main" val="3374149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942227F-0764-2E19-56FF-91EC6A3D1AFF}"/>
              </a:ext>
            </a:extLst>
          </p:cNvPr>
          <p:cNvSpPr>
            <a:spLocks noGrp="1"/>
          </p:cNvSpPr>
          <p:nvPr>
            <p:ph type="title"/>
          </p:nvPr>
        </p:nvSpPr>
        <p:spPr/>
        <p:txBody>
          <a:bodyPr/>
          <a:lstStyle/>
          <a:p>
            <a:pPr algn="ctr"/>
            <a:r>
              <a:rPr lang="el-GR" err="1"/>
              <a:t>Train_routine</a:t>
            </a:r>
            <a:endParaRPr lang="el-GR"/>
          </a:p>
        </p:txBody>
      </p:sp>
      <p:sp>
        <p:nvSpPr>
          <p:cNvPr id="5" name="TextBox 4">
            <a:extLst>
              <a:ext uri="{FF2B5EF4-FFF2-40B4-BE49-F238E27FC236}">
                <a16:creationId xmlns:a16="http://schemas.microsoft.com/office/drawing/2014/main" id="{D15A4672-949A-446B-BD70-F25CDC5CBA78}"/>
              </a:ext>
            </a:extLst>
          </p:cNvPr>
          <p:cNvSpPr txBox="1"/>
          <p:nvPr/>
        </p:nvSpPr>
        <p:spPr>
          <a:xfrm>
            <a:off x="7644499" y="1820118"/>
            <a:ext cx="428428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a:t>H </a:t>
            </a:r>
            <a:r>
              <a:rPr lang="el-GR" err="1"/>
              <a:t>train_routine</a:t>
            </a:r>
            <a:r>
              <a:rPr lang="el-GR"/>
              <a:t> ουσιαστικά μέσω των σηματοφόρων:</a:t>
            </a:r>
          </a:p>
          <a:p>
            <a:pPr marL="285750" indent="-285750">
              <a:buFont typeface="Arial"/>
              <a:buChar char="•"/>
            </a:pPr>
            <a:r>
              <a:rPr lang="el-GR"/>
              <a:t>Περιμένει να γεμίζει το βαγόνι(</a:t>
            </a:r>
            <a:r>
              <a:rPr lang="el-GR" b="1" err="1"/>
              <a:t>max_passengers</a:t>
            </a:r>
            <a:r>
              <a:rPr lang="el-GR"/>
              <a:t>)</a:t>
            </a:r>
          </a:p>
          <a:p>
            <a:pPr marL="285750" indent="-285750">
              <a:buFont typeface="Arial"/>
              <a:buChar char="•"/>
            </a:pPr>
            <a:r>
              <a:rPr lang="el-GR"/>
              <a:t>Ελέγχει, την κοινή με την </a:t>
            </a:r>
            <a:r>
              <a:rPr lang="el-GR" err="1"/>
              <a:t>passenger_routine</a:t>
            </a:r>
            <a:r>
              <a:rPr lang="el-GR"/>
              <a:t>,</a:t>
            </a:r>
            <a:r>
              <a:rPr lang="el-GR" b="1"/>
              <a:t> </a:t>
            </a:r>
            <a:r>
              <a:rPr lang="el-GR" b="1" err="1"/>
              <a:t>pw</a:t>
            </a:r>
            <a:r>
              <a:rPr lang="el-GR"/>
              <a:t> </a:t>
            </a:r>
          </a:p>
          <a:p>
            <a:pPr marL="285750" indent="-285750">
              <a:buFont typeface="Arial"/>
              <a:buChar char="•"/>
            </a:pPr>
            <a:r>
              <a:rPr lang="el-GR"/>
              <a:t>Κάνει την</a:t>
            </a:r>
            <a:r>
              <a:rPr lang="el-GR" b="1"/>
              <a:t> βόλτα</a:t>
            </a:r>
            <a:r>
              <a:rPr lang="el-GR"/>
              <a:t> με επιβάτες:</a:t>
            </a:r>
          </a:p>
          <a:p>
            <a:r>
              <a:rPr lang="el-GR"/>
              <a:t>  </a:t>
            </a:r>
            <a:r>
              <a:rPr lang="el-GR" b="1" err="1"/>
              <a:t>ride</a:t>
            </a:r>
            <a:r>
              <a:rPr lang="el-GR" b="1"/>
              <a:t> </a:t>
            </a:r>
            <a:r>
              <a:rPr lang="el-GR"/>
              <a:t>= </a:t>
            </a:r>
            <a:r>
              <a:rPr lang="el-GR" err="1"/>
              <a:t>max_passengers</a:t>
            </a:r>
            <a:r>
              <a:rPr lang="el-GR"/>
              <a:t>  ή </a:t>
            </a:r>
            <a:r>
              <a:rPr lang="el-GR" err="1"/>
              <a:t>pw</a:t>
            </a:r>
            <a:r>
              <a:rPr lang="el-GR"/>
              <a:t>(</a:t>
            </a:r>
            <a:r>
              <a:rPr lang="el-GR" err="1"/>
              <a:t>edge</a:t>
            </a:r>
            <a:r>
              <a:rPr lang="el-GR"/>
              <a:t>        (</a:t>
            </a:r>
            <a:r>
              <a:rPr lang="el-GR" err="1"/>
              <a:t>case</a:t>
            </a:r>
            <a:r>
              <a:rPr lang="el-GR"/>
              <a:t>)</a:t>
            </a:r>
          </a:p>
          <a:p>
            <a:pPr marL="285750" indent="-285750">
              <a:buFont typeface="Arial"/>
              <a:buChar char="•"/>
            </a:pPr>
            <a:r>
              <a:rPr lang="el-GR" b="1"/>
              <a:t>Αφαιρεί</a:t>
            </a:r>
            <a:r>
              <a:rPr lang="el-GR"/>
              <a:t> </a:t>
            </a:r>
            <a:r>
              <a:rPr lang="el-GR" err="1"/>
              <a:t>απ'την</a:t>
            </a:r>
            <a:r>
              <a:rPr lang="el-GR"/>
              <a:t> ουρά </a:t>
            </a:r>
            <a:r>
              <a:rPr lang="el-GR" err="1"/>
              <a:t>pw</a:t>
            </a:r>
            <a:r>
              <a:rPr lang="el-GR"/>
              <a:t>, τους </a:t>
            </a:r>
            <a:r>
              <a:rPr lang="el-GR" err="1"/>
              <a:t>passengers</a:t>
            </a:r>
            <a:r>
              <a:rPr lang="el-GR"/>
              <a:t>, και τους</a:t>
            </a:r>
            <a:r>
              <a:rPr lang="el-GR" b="1"/>
              <a:t> ξυπνάει για να βγουν </a:t>
            </a:r>
            <a:r>
              <a:rPr lang="el-GR"/>
              <a:t>από το τραίνο.</a:t>
            </a:r>
          </a:p>
          <a:p>
            <a:pPr marL="285750" indent="-285750">
              <a:buFont typeface="Arial"/>
              <a:buChar char="•"/>
            </a:pPr>
            <a:endParaRPr lang="el-GR"/>
          </a:p>
          <a:p>
            <a:r>
              <a:rPr lang="el-GR"/>
              <a:t>Τερματισμός της ρουτίνας:</a:t>
            </a:r>
          </a:p>
          <a:p>
            <a:pPr marL="285750" indent="-285750">
              <a:buFont typeface="Arial"/>
              <a:buChar char="•"/>
            </a:pPr>
            <a:r>
              <a:rPr lang="el-GR"/>
              <a:t>Αναγνωρίζοντας ότι η τιμή </a:t>
            </a:r>
            <a:r>
              <a:rPr lang="el-GR" b="1" err="1"/>
              <a:t>flag_main</a:t>
            </a:r>
            <a:r>
              <a:rPr lang="el-GR"/>
              <a:t>=1 και</a:t>
            </a:r>
            <a:r>
              <a:rPr lang="el-GR" b="1"/>
              <a:t> </a:t>
            </a:r>
            <a:r>
              <a:rPr lang="el-GR" b="1" err="1"/>
              <a:t>pw</a:t>
            </a:r>
            <a:r>
              <a:rPr lang="el-GR"/>
              <a:t> = 0</a:t>
            </a:r>
          </a:p>
        </p:txBody>
      </p:sp>
      <p:pic>
        <p:nvPicPr>
          <p:cNvPr id="8" name="Θέση περιεχομένου 7" descr="Εικόνα που περιέχει κείμενο, στιγμιότυπο οθόνης, λογισμικό, οθόνη&#10;&#10;Περιγραφή που δημιουργήθηκε αυτόματα">
            <a:extLst>
              <a:ext uri="{FF2B5EF4-FFF2-40B4-BE49-F238E27FC236}">
                <a16:creationId xmlns:a16="http://schemas.microsoft.com/office/drawing/2014/main" id="{35915151-457F-65F6-34B4-00D168235D7D}"/>
              </a:ext>
            </a:extLst>
          </p:cNvPr>
          <p:cNvPicPr>
            <a:picLocks noGrp="1" noChangeAspect="1"/>
          </p:cNvPicPr>
          <p:nvPr>
            <p:ph idx="1"/>
          </p:nvPr>
        </p:nvPicPr>
        <p:blipFill>
          <a:blip r:embed="rId2"/>
          <a:stretch>
            <a:fillRect/>
          </a:stretch>
        </p:blipFill>
        <p:spPr>
          <a:xfrm>
            <a:off x="201815" y="1815187"/>
            <a:ext cx="6965849" cy="4351338"/>
          </a:xfrm>
        </p:spPr>
      </p:pic>
    </p:spTree>
    <p:extLst>
      <p:ext uri="{BB962C8B-B14F-4D97-AF65-F5344CB8AC3E}">
        <p14:creationId xmlns:p14="http://schemas.microsoft.com/office/powerpoint/2010/main" val="921622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7021D7-3F06-D260-85EE-77701C17B237}"/>
              </a:ext>
            </a:extLst>
          </p:cNvPr>
          <p:cNvSpPr>
            <a:spLocks noGrp="1"/>
          </p:cNvSpPr>
          <p:nvPr>
            <p:ph type="title"/>
          </p:nvPr>
        </p:nvSpPr>
        <p:spPr/>
        <p:txBody>
          <a:bodyPr/>
          <a:lstStyle/>
          <a:p>
            <a:pPr algn="ctr"/>
            <a:r>
              <a:rPr lang="el-GR" err="1"/>
              <a:t>Passenger_routine</a:t>
            </a:r>
          </a:p>
        </p:txBody>
      </p:sp>
      <p:pic>
        <p:nvPicPr>
          <p:cNvPr id="4" name="Θέση περιεχομένου 3" descr="Εικόνα που περιέχει κείμενο, στιγμιότυπο οθόνης, γραμματοσειρά, λογισμικό&#10;&#10;Περιγραφή που δημιουργήθηκε αυτόματα">
            <a:extLst>
              <a:ext uri="{FF2B5EF4-FFF2-40B4-BE49-F238E27FC236}">
                <a16:creationId xmlns:a16="http://schemas.microsoft.com/office/drawing/2014/main" id="{FD95CE70-A344-4ABD-842E-B14F48E44761}"/>
              </a:ext>
            </a:extLst>
          </p:cNvPr>
          <p:cNvPicPr>
            <a:picLocks noGrp="1" noChangeAspect="1"/>
          </p:cNvPicPr>
          <p:nvPr>
            <p:ph idx="1"/>
          </p:nvPr>
        </p:nvPicPr>
        <p:blipFill>
          <a:blip r:embed="rId2"/>
          <a:stretch>
            <a:fillRect/>
          </a:stretch>
        </p:blipFill>
        <p:spPr>
          <a:xfrm>
            <a:off x="721747" y="1720839"/>
            <a:ext cx="4976094" cy="4352142"/>
          </a:xfrm>
        </p:spPr>
      </p:pic>
      <p:sp>
        <p:nvSpPr>
          <p:cNvPr id="6" name="TextBox 5">
            <a:extLst>
              <a:ext uri="{FF2B5EF4-FFF2-40B4-BE49-F238E27FC236}">
                <a16:creationId xmlns:a16="http://schemas.microsoft.com/office/drawing/2014/main" id="{D5F1F913-D071-8B36-661F-A73ECB9C8807}"/>
              </a:ext>
            </a:extLst>
          </p:cNvPr>
          <p:cNvSpPr txBox="1"/>
          <p:nvPr/>
        </p:nvSpPr>
        <p:spPr>
          <a:xfrm>
            <a:off x="6776491" y="1725157"/>
            <a:ext cx="5236293" cy="3981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a:t>H ρουτίνα του </a:t>
            </a:r>
            <a:r>
              <a:rPr lang="el-GR" err="1"/>
              <a:t>passenger</a:t>
            </a:r>
            <a:r>
              <a:rPr lang="el-GR"/>
              <a:t>, μέσω σηματοφόρων και των κοινών μεταβλητών:</a:t>
            </a:r>
          </a:p>
          <a:p>
            <a:r>
              <a:rPr lang="el-GR"/>
              <a:t>Αρχικά:</a:t>
            </a:r>
          </a:p>
          <a:p>
            <a:pPr marL="285750" indent="-285750">
              <a:buFont typeface="Arial"/>
              <a:buChar char="•"/>
            </a:pPr>
            <a:r>
              <a:rPr lang="el-GR"/>
              <a:t>Ελέγχει αν η ουρά επιβατών(</a:t>
            </a:r>
            <a:r>
              <a:rPr lang="el-GR" b="1" err="1"/>
              <a:t>pw</a:t>
            </a:r>
            <a:r>
              <a:rPr lang="el-GR"/>
              <a:t>) </a:t>
            </a:r>
            <a:r>
              <a:rPr lang="el-GR" err="1"/>
              <a:t>ειναί</a:t>
            </a:r>
            <a:r>
              <a:rPr lang="el-GR"/>
              <a:t> </a:t>
            </a:r>
            <a:r>
              <a:rPr lang="el-GR" b="1"/>
              <a:t>μεγαλύτερη</a:t>
            </a:r>
            <a:r>
              <a:rPr lang="el-GR"/>
              <a:t> από το </a:t>
            </a:r>
            <a:r>
              <a:rPr lang="el-GR" b="1" err="1"/>
              <a:t>capacity</a:t>
            </a:r>
            <a:r>
              <a:rPr lang="el-GR" b="1"/>
              <a:t> </a:t>
            </a:r>
            <a:r>
              <a:rPr lang="el-GR"/>
              <a:t>του τρένου </a:t>
            </a:r>
            <a:r>
              <a:rPr lang="el-GR" b="1"/>
              <a:t>και αν</a:t>
            </a:r>
            <a:r>
              <a:rPr lang="el-GR"/>
              <a:t> το τρένο δεν λειτουργεί (</a:t>
            </a:r>
            <a:r>
              <a:rPr lang="el-GR" b="1" err="1"/>
              <a:t>wake_train</a:t>
            </a:r>
            <a:r>
              <a:rPr lang="el-GR" b="1"/>
              <a:t>==1</a:t>
            </a:r>
            <a:r>
              <a:rPr lang="el-GR"/>
              <a:t>),</a:t>
            </a:r>
            <a:r>
              <a:rPr lang="el-GR" b="1"/>
              <a:t>το ξυπνάε</a:t>
            </a:r>
            <a:r>
              <a:rPr lang="el-GR"/>
              <a:t>ι</a:t>
            </a:r>
          </a:p>
          <a:p>
            <a:r>
              <a:rPr lang="el-GR"/>
              <a:t>Έπειτα:</a:t>
            </a:r>
          </a:p>
          <a:p>
            <a:pPr marL="285750" indent="-285750">
              <a:buFont typeface="Arial"/>
              <a:buChar char="•"/>
            </a:pPr>
            <a:r>
              <a:rPr lang="el-GR" err="1"/>
              <a:t>Aυξάνει</a:t>
            </a:r>
            <a:r>
              <a:rPr lang="el-GR"/>
              <a:t> το (</a:t>
            </a:r>
            <a:r>
              <a:rPr lang="el-GR" err="1"/>
              <a:t>pw</a:t>
            </a:r>
            <a:r>
              <a:rPr lang="el-GR"/>
              <a:t>++) και βάζει στην ουρά των </a:t>
            </a:r>
            <a:r>
              <a:rPr lang="el-GR" err="1"/>
              <a:t>passengers</a:t>
            </a:r>
            <a:r>
              <a:rPr lang="el-GR"/>
              <a:t> (</a:t>
            </a:r>
            <a:r>
              <a:rPr lang="el-GR" err="1"/>
              <a:t>pq</a:t>
            </a:r>
            <a:r>
              <a:rPr lang="el-GR"/>
              <a:t>) τον εαυτό του</a:t>
            </a:r>
          </a:p>
          <a:p>
            <a:r>
              <a:rPr lang="el-GR"/>
              <a:t>Τέλος:</a:t>
            </a:r>
          </a:p>
          <a:p>
            <a:pPr marL="285750" indent="-285750">
              <a:buFont typeface="Arial"/>
              <a:buChar char="•"/>
            </a:pPr>
            <a:r>
              <a:rPr lang="el-GR"/>
              <a:t>Μετά τη βόλτα,(όταν </a:t>
            </a:r>
            <a:r>
              <a:rPr lang="el-GR" err="1"/>
              <a:t>κανει</a:t>
            </a:r>
            <a:r>
              <a:rPr lang="el-GR"/>
              <a:t> </a:t>
            </a:r>
            <a:r>
              <a:rPr lang="el-GR" b="1" err="1"/>
              <a:t>up</a:t>
            </a:r>
            <a:r>
              <a:rPr lang="el-GR" b="1"/>
              <a:t> τον </a:t>
            </a:r>
            <a:r>
              <a:rPr lang="el-GR" b="1" err="1"/>
              <a:t>passenger</a:t>
            </a:r>
            <a:r>
              <a:rPr lang="el-GR" b="1"/>
              <a:t> η </a:t>
            </a:r>
            <a:r>
              <a:rPr lang="el-GR" b="1" err="1"/>
              <a:t>main</a:t>
            </a:r>
            <a:r>
              <a:rPr lang="el-GR" b="1"/>
              <a:t>, μέσω της </a:t>
            </a:r>
            <a:r>
              <a:rPr lang="el-GR" b="1" err="1"/>
              <a:t>pq</a:t>
            </a:r>
            <a:r>
              <a:rPr lang="el-GR"/>
              <a:t>) ο επιβάτης φεύγει</a:t>
            </a:r>
          </a:p>
          <a:p>
            <a:endParaRPr lang="el-GR"/>
          </a:p>
        </p:txBody>
      </p:sp>
    </p:spTree>
    <p:extLst>
      <p:ext uri="{BB962C8B-B14F-4D97-AF65-F5344CB8AC3E}">
        <p14:creationId xmlns:p14="http://schemas.microsoft.com/office/powerpoint/2010/main" val="2661089403"/>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Θέμα του Office</vt:lpstr>
      <vt:lpstr>ΤΑΥΤΟΧΡΟΝΟΣ ΠΡΟΓΡΑΜΜΑΤΙΣΜΟΣ ΕΡΓΑΣΙΑ 2</vt:lpstr>
      <vt:lpstr>ΑΣΚΗΣΗ 1</vt:lpstr>
      <vt:lpstr>mysem_init – mysem_destroy</vt:lpstr>
      <vt:lpstr>mysem_up-mysem_down</vt:lpstr>
      <vt:lpstr>ΑΣΚΗΣΗ 2 </vt:lpstr>
      <vt:lpstr>Master</vt:lpstr>
      <vt:lpstr>Slave</vt:lpstr>
      <vt:lpstr>ΑΣΚΗΣΗ 3</vt:lpstr>
      <vt:lpstr>Main function</vt:lpstr>
      <vt:lpstr>Κώδικας εισόδου οχήματος</vt:lpstr>
      <vt:lpstr>Κώδικας εξόδου οχήματος</vt:lpstr>
      <vt:lpstr>ΑΣΚΗΣΗ 4</vt:lpstr>
      <vt:lpstr>Main function</vt:lpstr>
      <vt:lpstr>Train_routine</vt:lpstr>
      <vt:lpstr>Passenger_routine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2024-11-08T18:36:54Z</dcterms:created>
  <dcterms:modified xsi:type="dcterms:W3CDTF">2024-11-09T21:53:44Z</dcterms:modified>
</cp:coreProperties>
</file>